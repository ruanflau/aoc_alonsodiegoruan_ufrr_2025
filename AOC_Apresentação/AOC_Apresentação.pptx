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Figtree Black"/>
      <p:bold r:id="rId21"/>
      <p:boldItalic r:id="rId22"/>
    </p:embeddedFont>
    <p:embeddedFont>
      <p:font typeface="Hanken Grotesk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FigtreeBlack-boldItalic.fntdata"/><Relationship Id="rId21" Type="http://schemas.openxmlformats.org/officeDocument/2006/relationships/font" Target="fonts/FigtreeBlack-bold.fntdata"/><Relationship Id="rId24" Type="http://schemas.openxmlformats.org/officeDocument/2006/relationships/font" Target="fonts/HankenGrotesk-bold.fntdata"/><Relationship Id="rId23" Type="http://schemas.openxmlformats.org/officeDocument/2006/relationships/font" Target="fonts/HankenGrotes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ankenGrotesk-boldItalic.fntdata"/><Relationship Id="rId25" Type="http://schemas.openxmlformats.org/officeDocument/2006/relationships/font" Target="fonts/HankenGrotesk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768ca7ef4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768ca7ef4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161ca7da69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161ca7da69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66084ae0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b66084ae0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66084ae0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b66084ae0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66084ae0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b66084ae0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b66084ae0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b66084ae0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b66084ae0b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b66084ae0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b66084ae0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b66084ae0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54dda1946d_4_2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54dda1946d_4_2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b66084ae0b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b66084ae0b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b66084ae0b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b66084ae0b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b66084ae0b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b66084ae0b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b66084ae0b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b66084ae0b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b66084ae0b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b66084ae0b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133f6155f6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133f6155f6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" name="Google Shape;3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" name="Google Shape;35;p5"/>
          <p:cNvGrpSpPr/>
          <p:nvPr/>
        </p:nvGrpSpPr>
        <p:grpSpPr>
          <a:xfrm>
            <a:off x="-77100" y="232800"/>
            <a:ext cx="8988300" cy="4964300"/>
            <a:chOff x="-77100" y="232800"/>
            <a:chExt cx="8988300" cy="4964300"/>
          </a:xfrm>
        </p:grpSpPr>
        <p:sp>
          <p:nvSpPr>
            <p:cNvPr id="36" name="Google Shape;36;p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" name="Google Shape;37;p5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" name="Google Shape;38;p5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" name="Google Shape;39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4651268" y="1736553"/>
            <a:ext cx="37728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720000" y="1736553"/>
            <a:ext cx="37728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720000" y="1451250"/>
            <a:ext cx="37728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4651268" y="1451250"/>
            <a:ext cx="37728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>
            <a:off x="-19050" y="-16000"/>
            <a:ext cx="8930250" cy="4933300"/>
            <a:chOff x="-19050" y="-16000"/>
            <a:chExt cx="8930250" cy="4933300"/>
          </a:xfrm>
        </p:grpSpPr>
        <p:sp>
          <p:nvSpPr>
            <p:cNvPr id="56" name="Google Shape;56;p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7" name="Google Shape;57;p7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" name="Google Shape;58;p7"/>
            <p:cNvCxnSpPr/>
            <p:nvPr/>
          </p:nvCxnSpPr>
          <p:spPr>
            <a:xfrm rot="10800000">
              <a:off x="8911200" y="-16000"/>
              <a:ext cx="0" cy="258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" name="Google Shape;59;p7"/>
          <p:cNvSpPr txBox="1"/>
          <p:nvPr>
            <p:ph type="title"/>
          </p:nvPr>
        </p:nvSpPr>
        <p:spPr>
          <a:xfrm>
            <a:off x="720000" y="44805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1733625" y="1361025"/>
            <a:ext cx="6580200" cy="29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8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64" name="Google Shape;64;p8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65" name="Google Shape;65;p8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8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" name="Google Shape;67;p8"/>
          <p:cNvSpPr txBox="1"/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4" name="Google Shape;74;p9"/>
          <p:cNvSpPr txBox="1"/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/>
          <p:nvPr>
            <p:ph type="title"/>
          </p:nvPr>
        </p:nvSpPr>
        <p:spPr>
          <a:xfrm>
            <a:off x="720000" y="4045175"/>
            <a:ext cx="7710900" cy="56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-342297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" name="Google Shape;81;p11"/>
          <p:cNvGrpSpPr/>
          <p:nvPr/>
        </p:nvGrpSpPr>
        <p:grpSpPr>
          <a:xfrm>
            <a:off x="727425" y="-382650"/>
            <a:ext cx="7703400" cy="5907300"/>
            <a:chOff x="727425" y="-382650"/>
            <a:chExt cx="7703400" cy="5907300"/>
          </a:xfrm>
        </p:grpSpPr>
        <p:sp>
          <p:nvSpPr>
            <p:cNvPr id="82" name="Google Shape;82;p11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3" name="Google Shape;83;p11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11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" name="Google Shape;85;p11"/>
          <p:cNvSpPr txBox="1"/>
          <p:nvPr>
            <p:ph hasCustomPrompt="1" type="title"/>
          </p:nvPr>
        </p:nvSpPr>
        <p:spPr>
          <a:xfrm>
            <a:off x="2603050" y="1856113"/>
            <a:ext cx="5827800" cy="10245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6" name="Google Shape;86;p11"/>
          <p:cNvSpPr txBox="1"/>
          <p:nvPr>
            <p:ph idx="1" type="subTitle"/>
          </p:nvPr>
        </p:nvSpPr>
        <p:spPr>
          <a:xfrm>
            <a:off x="2603050" y="2880588"/>
            <a:ext cx="5827800" cy="4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91" name="Google Shape;91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1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" name="Google Shape;94;p13"/>
          <p:cNvSpPr txBox="1"/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" type="subTitle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2" type="subTitle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3" type="subTitle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4" type="subTitle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hasCustomPrompt="1" idx="5" type="title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/>
          <p:nvPr>
            <p:ph hasCustomPrompt="1" idx="6" type="title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/>
          <p:nvPr>
            <p:ph hasCustomPrompt="1" idx="7" type="title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/>
          <p:nvPr>
            <p:ph hasCustomPrompt="1" idx="8" type="title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/>
          <p:nvPr>
            <p:ph idx="9" type="subTitle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13" type="subTitle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hasCustomPrompt="1" idx="14" type="title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/>
          <p:nvPr>
            <p:ph hasCustomPrompt="1" idx="15" type="title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/>
          <p:nvPr>
            <p:ph idx="16" type="subTitle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08" name="Google Shape;108;p13"/>
          <p:cNvSpPr txBox="1"/>
          <p:nvPr>
            <p:ph idx="17" type="subTitle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09" name="Google Shape;109;p13"/>
          <p:cNvSpPr txBox="1"/>
          <p:nvPr>
            <p:ph idx="18" type="subTitle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0" name="Google Shape;110;p13"/>
          <p:cNvSpPr txBox="1"/>
          <p:nvPr>
            <p:ph idx="19" type="subTitle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20" type="subTitle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1" type="subTitle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" name="Google Shape;115;p14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116" name="Google Shape;116;p14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7" name="Google Shape;117;p14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9" name="Google Shape;119;p14"/>
          <p:cNvSpPr txBox="1"/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14"/>
          <p:cNvSpPr txBox="1"/>
          <p:nvPr>
            <p:ph idx="1" type="subTitle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35528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5"/>
          <p:cNvGrpSpPr/>
          <p:nvPr/>
        </p:nvGrpSpPr>
        <p:grpSpPr>
          <a:xfrm>
            <a:off x="-50475" y="232800"/>
            <a:ext cx="8961675" cy="4684500"/>
            <a:chOff x="-50475" y="232800"/>
            <a:chExt cx="8961675" cy="4684500"/>
          </a:xfrm>
        </p:grpSpPr>
        <p:sp>
          <p:nvSpPr>
            <p:cNvPr id="124" name="Google Shape;124;p1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5" name="Google Shape;125;p15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6" name="Google Shape;126;p15"/>
          <p:cNvSpPr txBox="1"/>
          <p:nvPr>
            <p:ph type="title"/>
          </p:nvPr>
        </p:nvSpPr>
        <p:spPr>
          <a:xfrm>
            <a:off x="720000" y="1203900"/>
            <a:ext cx="3198300" cy="15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1" type="subTitle"/>
          </p:nvPr>
        </p:nvSpPr>
        <p:spPr>
          <a:xfrm>
            <a:off x="720000" y="2706062"/>
            <a:ext cx="3198300" cy="14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/>
          <p:nvPr>
            <p:ph idx="2" type="pic"/>
          </p:nvPr>
        </p:nvSpPr>
        <p:spPr>
          <a:xfrm>
            <a:off x="4494050" y="0"/>
            <a:ext cx="4650000" cy="5143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-923000" y="-945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" name="Google Shape;131;p16"/>
          <p:cNvGrpSpPr/>
          <p:nvPr/>
        </p:nvGrpSpPr>
        <p:grpSpPr>
          <a:xfrm>
            <a:off x="-19050" y="232800"/>
            <a:ext cx="9176275" cy="4684500"/>
            <a:chOff x="-19050" y="232800"/>
            <a:chExt cx="9176275" cy="4684500"/>
          </a:xfrm>
        </p:grpSpPr>
        <p:sp>
          <p:nvSpPr>
            <p:cNvPr id="132" name="Google Shape;132;p1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3" name="Google Shape;133;p16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" name="Google Shape;134;p16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5" name="Google Shape;135;p16"/>
          <p:cNvSpPr txBox="1"/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1" type="subTitle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17"/>
          <p:cNvGrpSpPr/>
          <p:nvPr/>
        </p:nvGrpSpPr>
        <p:grpSpPr>
          <a:xfrm>
            <a:off x="232200" y="232800"/>
            <a:ext cx="8937900" cy="4932875"/>
            <a:chOff x="232200" y="232800"/>
            <a:chExt cx="8937900" cy="4932875"/>
          </a:xfrm>
        </p:grpSpPr>
        <p:sp>
          <p:nvSpPr>
            <p:cNvPr id="140" name="Google Shape;140;p1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1" name="Google Shape;141;p17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17"/>
            <p:cNvCxnSpPr/>
            <p:nvPr/>
          </p:nvCxnSpPr>
          <p:spPr>
            <a:xfrm>
              <a:off x="233525" y="4913075"/>
              <a:ext cx="0" cy="25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3" name="Google Shape;143;p17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1" type="subTitle"/>
          </p:nvPr>
        </p:nvSpPr>
        <p:spPr>
          <a:xfrm>
            <a:off x="713250" y="1017725"/>
            <a:ext cx="7717500" cy="8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/>
          <p:nvPr/>
        </p:nvSpPr>
        <p:spPr>
          <a:xfrm>
            <a:off x="7069475" y="3282725"/>
            <a:ext cx="3701700" cy="3701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18"/>
          <p:cNvGrpSpPr/>
          <p:nvPr/>
        </p:nvGrpSpPr>
        <p:grpSpPr>
          <a:xfrm>
            <a:off x="-19050" y="232800"/>
            <a:ext cx="8930250" cy="5117250"/>
            <a:chOff x="-19050" y="232800"/>
            <a:chExt cx="8930250" cy="5117250"/>
          </a:xfrm>
        </p:grpSpPr>
        <p:sp>
          <p:nvSpPr>
            <p:cNvPr id="148" name="Google Shape;148;p1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9" name="Google Shape;149;p18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18"/>
            <p:cNvCxnSpPr/>
            <p:nvPr/>
          </p:nvCxnSpPr>
          <p:spPr>
            <a:xfrm rot="10800000">
              <a:off x="8911200" y="4917150"/>
              <a:ext cx="0" cy="43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1" name="Google Shape;151;p18"/>
          <p:cNvSpPr txBox="1"/>
          <p:nvPr>
            <p:ph type="title"/>
          </p:nvPr>
        </p:nvSpPr>
        <p:spPr>
          <a:xfrm>
            <a:off x="72232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>
            <a:off x="713175" y="1421525"/>
            <a:ext cx="5945400" cy="26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56" name="Google Shape;156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7" name="Google Shape;157;p1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19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9" name="Google Shape;159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1" type="subTitle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9"/>
          <p:cNvSpPr txBox="1"/>
          <p:nvPr>
            <p:ph idx="2" type="subTitle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9"/>
          <p:cNvSpPr txBox="1"/>
          <p:nvPr>
            <p:ph idx="3" type="subTitle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9"/>
          <p:cNvSpPr txBox="1"/>
          <p:nvPr>
            <p:ph idx="4" type="subTitle"/>
          </p:nvPr>
        </p:nvSpPr>
        <p:spPr>
          <a:xfrm>
            <a:off x="977803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64" name="Google Shape;164;p19"/>
          <p:cNvSpPr txBox="1"/>
          <p:nvPr>
            <p:ph idx="5" type="subTitle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65" name="Google Shape;165;p19"/>
          <p:cNvSpPr txBox="1"/>
          <p:nvPr>
            <p:ph idx="6" type="subTitle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20"/>
          <p:cNvGrpSpPr/>
          <p:nvPr/>
        </p:nvGrpSpPr>
        <p:grpSpPr>
          <a:xfrm>
            <a:off x="-725" y="1466925"/>
            <a:ext cx="939900" cy="2326875"/>
            <a:chOff x="-725" y="1466925"/>
            <a:chExt cx="939900" cy="2326875"/>
          </a:xfrm>
        </p:grpSpPr>
        <p:cxnSp>
          <p:nvCxnSpPr>
            <p:cNvPr id="169" name="Google Shape;169;p20"/>
            <p:cNvCxnSpPr/>
            <p:nvPr/>
          </p:nvCxnSpPr>
          <p:spPr>
            <a:xfrm>
              <a:off x="-725" y="1466925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20"/>
            <p:cNvCxnSpPr/>
            <p:nvPr/>
          </p:nvCxnSpPr>
          <p:spPr>
            <a:xfrm>
              <a:off x="-725" y="266845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20"/>
            <p:cNvCxnSpPr/>
            <p:nvPr/>
          </p:nvCxnSpPr>
          <p:spPr>
            <a:xfrm>
              <a:off x="-725" y="379380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2" name="Google Shape;172;p20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73" name="Google Shape;173;p2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4" name="Google Shape;174;p20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20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6" name="Google Shape;176;p20"/>
          <p:cNvSpPr txBox="1"/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>
            <p:ph idx="1" type="subTitle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2" type="subTitle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3" type="subTitle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4" type="subTitle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81" name="Google Shape;181;p20"/>
          <p:cNvSpPr txBox="1"/>
          <p:nvPr>
            <p:ph idx="5" type="subTitle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82" name="Google Shape;182;p20"/>
          <p:cNvSpPr txBox="1"/>
          <p:nvPr>
            <p:ph idx="6" type="subTitle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21"/>
          <p:cNvGrpSpPr/>
          <p:nvPr/>
        </p:nvGrpSpPr>
        <p:grpSpPr>
          <a:xfrm>
            <a:off x="232200" y="-60100"/>
            <a:ext cx="9070200" cy="4977400"/>
            <a:chOff x="232200" y="-60100"/>
            <a:chExt cx="9070200" cy="4977400"/>
          </a:xfrm>
        </p:grpSpPr>
        <p:sp>
          <p:nvSpPr>
            <p:cNvPr id="186" name="Google Shape;186;p21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7" name="Google Shape;187;p21"/>
            <p:cNvCxnSpPr/>
            <p:nvPr/>
          </p:nvCxnSpPr>
          <p:spPr>
            <a:xfrm rot="10800000">
              <a:off x="232200" y="-60100"/>
              <a:ext cx="0" cy="296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21"/>
            <p:cNvCxnSpPr/>
            <p:nvPr/>
          </p:nvCxnSpPr>
          <p:spPr>
            <a:xfrm>
              <a:off x="8904900" y="4917300"/>
              <a:ext cx="39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9" name="Google Shape;189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2032350" y="1565625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1"/>
          <p:cNvSpPr txBox="1"/>
          <p:nvPr>
            <p:ph idx="2" type="subTitle"/>
          </p:nvPr>
        </p:nvSpPr>
        <p:spPr>
          <a:xfrm>
            <a:off x="2641957" y="2723563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1"/>
          <p:cNvSpPr txBox="1"/>
          <p:nvPr>
            <p:ph idx="3" type="subTitle"/>
          </p:nvPr>
        </p:nvSpPr>
        <p:spPr>
          <a:xfrm>
            <a:off x="3251557" y="3881500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1"/>
          <p:cNvSpPr txBox="1"/>
          <p:nvPr>
            <p:ph idx="4" type="subTitle"/>
          </p:nvPr>
        </p:nvSpPr>
        <p:spPr>
          <a:xfrm>
            <a:off x="2032350" y="125362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94" name="Google Shape;194;p21"/>
          <p:cNvSpPr txBox="1"/>
          <p:nvPr>
            <p:ph idx="5" type="subTitle"/>
          </p:nvPr>
        </p:nvSpPr>
        <p:spPr>
          <a:xfrm>
            <a:off x="2641950" y="241227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95" name="Google Shape;195;p21"/>
          <p:cNvSpPr txBox="1"/>
          <p:nvPr>
            <p:ph idx="6" type="subTitle"/>
          </p:nvPr>
        </p:nvSpPr>
        <p:spPr>
          <a:xfrm>
            <a:off x="3251550" y="357092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22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199" name="Google Shape;199;p2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0" name="Google Shape;200;p22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22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2" name="Google Shape;20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3" name="Google Shape;203;p22"/>
          <p:cNvSpPr txBox="1"/>
          <p:nvPr>
            <p:ph idx="1" type="subTitle"/>
          </p:nvPr>
        </p:nvSpPr>
        <p:spPr>
          <a:xfrm>
            <a:off x="1762571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2"/>
          <p:cNvSpPr txBox="1"/>
          <p:nvPr>
            <p:ph idx="2" type="subTitle"/>
          </p:nvPr>
        </p:nvSpPr>
        <p:spPr>
          <a:xfrm>
            <a:off x="5132667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2"/>
          <p:cNvSpPr txBox="1"/>
          <p:nvPr>
            <p:ph idx="3" type="subTitle"/>
          </p:nvPr>
        </p:nvSpPr>
        <p:spPr>
          <a:xfrm>
            <a:off x="1762571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2"/>
          <p:cNvSpPr txBox="1"/>
          <p:nvPr>
            <p:ph idx="4" type="subTitle"/>
          </p:nvPr>
        </p:nvSpPr>
        <p:spPr>
          <a:xfrm>
            <a:off x="5132667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2"/>
          <p:cNvSpPr txBox="1"/>
          <p:nvPr>
            <p:ph idx="5" type="subTitle"/>
          </p:nvPr>
        </p:nvSpPr>
        <p:spPr>
          <a:xfrm>
            <a:off x="1762571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8" name="Google Shape;208;p22"/>
          <p:cNvSpPr txBox="1"/>
          <p:nvPr>
            <p:ph idx="6" type="subTitle"/>
          </p:nvPr>
        </p:nvSpPr>
        <p:spPr>
          <a:xfrm>
            <a:off x="5132667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7" type="subTitle"/>
          </p:nvPr>
        </p:nvSpPr>
        <p:spPr>
          <a:xfrm>
            <a:off x="1762571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10" name="Google Shape;210;p22"/>
          <p:cNvSpPr txBox="1"/>
          <p:nvPr>
            <p:ph idx="8" type="subTitle"/>
          </p:nvPr>
        </p:nvSpPr>
        <p:spPr>
          <a:xfrm>
            <a:off x="5132667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3" name="Google Shape;213;p23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14" name="Google Shape;214;p2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5" name="Google Shape;215;p23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23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7" name="Google Shape;217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3"/>
          <p:cNvSpPr txBox="1"/>
          <p:nvPr>
            <p:ph idx="2" type="subTitle"/>
          </p:nvPr>
        </p:nvSpPr>
        <p:spPr>
          <a:xfrm>
            <a:off x="3319800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3"/>
          <p:cNvSpPr txBox="1"/>
          <p:nvPr>
            <p:ph idx="3" type="subTitle"/>
          </p:nvPr>
        </p:nvSpPr>
        <p:spPr>
          <a:xfrm>
            <a:off x="874134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3"/>
          <p:cNvSpPr txBox="1"/>
          <p:nvPr>
            <p:ph idx="4" type="subTitle"/>
          </p:nvPr>
        </p:nvSpPr>
        <p:spPr>
          <a:xfrm>
            <a:off x="3319800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3"/>
          <p:cNvSpPr txBox="1"/>
          <p:nvPr>
            <p:ph idx="5" type="subTitle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3"/>
          <p:cNvSpPr txBox="1"/>
          <p:nvPr>
            <p:ph idx="6" type="subTitle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3"/>
          <p:cNvSpPr txBox="1"/>
          <p:nvPr>
            <p:ph idx="7" type="subTitle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5" name="Google Shape;225;p23"/>
          <p:cNvSpPr txBox="1"/>
          <p:nvPr>
            <p:ph idx="8" type="subTitle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6" name="Google Shape;226;p23"/>
          <p:cNvSpPr txBox="1"/>
          <p:nvPr>
            <p:ph idx="9" type="subTitle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7" name="Google Shape;227;p23"/>
          <p:cNvSpPr txBox="1"/>
          <p:nvPr>
            <p:ph idx="13" type="subTitle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8" name="Google Shape;228;p23"/>
          <p:cNvSpPr txBox="1"/>
          <p:nvPr>
            <p:ph idx="14" type="subTitle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9" name="Google Shape;229;p23"/>
          <p:cNvSpPr txBox="1"/>
          <p:nvPr>
            <p:ph idx="15" type="subTitle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/>
          <p:nvPr/>
        </p:nvSpPr>
        <p:spPr>
          <a:xfrm>
            <a:off x="6309175" y="248697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" name="Google Shape;232;p24"/>
          <p:cNvGrpSpPr/>
          <p:nvPr/>
        </p:nvGrpSpPr>
        <p:grpSpPr>
          <a:xfrm>
            <a:off x="-69525" y="539500"/>
            <a:ext cx="9455500" cy="4069200"/>
            <a:chOff x="-69525" y="539500"/>
            <a:chExt cx="9455500" cy="4069200"/>
          </a:xfrm>
        </p:grpSpPr>
        <p:grpSp>
          <p:nvGrpSpPr>
            <p:cNvPr id="233" name="Google Shape;233;p24"/>
            <p:cNvGrpSpPr/>
            <p:nvPr/>
          </p:nvGrpSpPr>
          <p:grpSpPr>
            <a:xfrm>
              <a:off x="713225" y="539500"/>
              <a:ext cx="8672750" cy="4069200"/>
              <a:chOff x="713225" y="539500"/>
              <a:chExt cx="8672750" cy="4069200"/>
            </a:xfrm>
          </p:grpSpPr>
          <p:sp>
            <p:nvSpPr>
              <p:cNvPr id="234" name="Google Shape;234;p24"/>
              <p:cNvSpPr/>
              <p:nvPr/>
            </p:nvSpPr>
            <p:spPr>
              <a:xfrm>
                <a:off x="713225" y="539500"/>
                <a:ext cx="7717500" cy="40692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5" name="Google Shape;235;p24"/>
              <p:cNvCxnSpPr/>
              <p:nvPr/>
            </p:nvCxnSpPr>
            <p:spPr>
              <a:xfrm>
                <a:off x="8407675" y="4608575"/>
                <a:ext cx="978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36" name="Google Shape;236;p24"/>
            <p:cNvCxnSpPr/>
            <p:nvPr/>
          </p:nvCxnSpPr>
          <p:spPr>
            <a:xfrm rot="10800000">
              <a:off x="-69525" y="539500"/>
              <a:ext cx="789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7" name="Google Shape;237;p24"/>
          <p:cNvSpPr txBox="1"/>
          <p:nvPr>
            <p:ph hasCustomPrompt="1" type="title"/>
          </p:nvPr>
        </p:nvSpPr>
        <p:spPr>
          <a:xfrm>
            <a:off x="707575" y="539500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8" name="Google Shape;238;p24"/>
          <p:cNvSpPr txBox="1"/>
          <p:nvPr>
            <p:ph idx="1" type="subTitle"/>
          </p:nvPr>
        </p:nvSpPr>
        <p:spPr>
          <a:xfrm>
            <a:off x="707575" y="1308392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9" name="Google Shape;239;p24"/>
          <p:cNvSpPr txBox="1"/>
          <p:nvPr>
            <p:ph hasCustomPrompt="1" idx="2" type="title"/>
          </p:nvPr>
        </p:nvSpPr>
        <p:spPr>
          <a:xfrm>
            <a:off x="707575" y="1901349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0" name="Google Shape;240;p24"/>
          <p:cNvSpPr txBox="1"/>
          <p:nvPr>
            <p:ph idx="3" type="subTitle"/>
          </p:nvPr>
        </p:nvSpPr>
        <p:spPr>
          <a:xfrm>
            <a:off x="707575" y="2670245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4"/>
          <p:cNvSpPr txBox="1"/>
          <p:nvPr>
            <p:ph hasCustomPrompt="1" idx="4" type="title"/>
          </p:nvPr>
        </p:nvSpPr>
        <p:spPr>
          <a:xfrm>
            <a:off x="707575" y="3263198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2" name="Google Shape;242;p24"/>
          <p:cNvSpPr txBox="1"/>
          <p:nvPr>
            <p:ph idx="5" type="subTitle"/>
          </p:nvPr>
        </p:nvSpPr>
        <p:spPr>
          <a:xfrm>
            <a:off x="707575" y="4032098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25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246" name="Google Shape;246;p2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7" name="Google Shape;247;p25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25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" name="Google Shape;252;p26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253" name="Google Shape;253;p2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4" name="Google Shape;254;p26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26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6" name="Google Shape;256;p26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/>
          <p:nvPr/>
        </p:nvSpPr>
        <p:spPr>
          <a:xfrm>
            <a:off x="6677100" y="-9050"/>
            <a:ext cx="5161500" cy="51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9" name="Google Shape;259;p27"/>
          <p:cNvGrpSpPr/>
          <p:nvPr/>
        </p:nvGrpSpPr>
        <p:grpSpPr>
          <a:xfrm>
            <a:off x="713223" y="-79050"/>
            <a:ext cx="8791100" cy="4687625"/>
            <a:chOff x="-669332" y="-79050"/>
            <a:chExt cx="10173707" cy="4687625"/>
          </a:xfrm>
        </p:grpSpPr>
        <p:sp>
          <p:nvSpPr>
            <p:cNvPr id="260" name="Google Shape;260;p27"/>
            <p:cNvSpPr/>
            <p:nvPr/>
          </p:nvSpPr>
          <p:spPr>
            <a:xfrm>
              <a:off x="-669325" y="533550"/>
              <a:ext cx="91002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1" name="Google Shape;261;p27"/>
            <p:cNvCxnSpPr/>
            <p:nvPr/>
          </p:nvCxnSpPr>
          <p:spPr>
            <a:xfrm rot="10800000">
              <a:off x="-669332" y="-79050"/>
              <a:ext cx="0" cy="624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" name="Google Shape;262;p27"/>
            <p:cNvCxnSpPr/>
            <p:nvPr/>
          </p:nvCxnSpPr>
          <p:spPr>
            <a:xfrm>
              <a:off x="8425275" y="4608575"/>
              <a:ext cx="107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3" name="Google Shape;263;p27"/>
          <p:cNvSpPr txBox="1"/>
          <p:nvPr>
            <p:ph type="title"/>
          </p:nvPr>
        </p:nvSpPr>
        <p:spPr>
          <a:xfrm>
            <a:off x="1094263" y="7783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4" name="Google Shape;264;p27"/>
          <p:cNvSpPr txBox="1"/>
          <p:nvPr>
            <p:ph idx="1" type="subTitle"/>
          </p:nvPr>
        </p:nvSpPr>
        <p:spPr>
          <a:xfrm>
            <a:off x="1094225" y="1651512"/>
            <a:ext cx="4448100" cy="12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7"/>
          <p:cNvSpPr txBox="1"/>
          <p:nvPr/>
        </p:nvSpPr>
        <p:spPr>
          <a:xfrm>
            <a:off x="1094225" y="3383825"/>
            <a:ext cx="5797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includes icons by</a:t>
            </a: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infographics &amp; images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sz="1200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/>
          <p:nvPr>
            <p:ph type="ctrTitle"/>
          </p:nvPr>
        </p:nvSpPr>
        <p:spPr>
          <a:xfrm>
            <a:off x="1087125" y="1670225"/>
            <a:ext cx="7087800" cy="13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Automatização e Unificação de Verificação Formal de Hardware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0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Uma Abordagem Baseada em AST para Validação VHDL-C.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"/>
          <p:cNvSpPr txBox="1"/>
          <p:nvPr>
            <p:ph type="title"/>
          </p:nvPr>
        </p:nvSpPr>
        <p:spPr>
          <a:xfrm>
            <a:off x="1216475" y="1977150"/>
            <a:ext cx="56370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Contextualização</a:t>
            </a:r>
            <a:endParaRPr/>
          </a:p>
        </p:txBody>
      </p:sp>
      <p:sp>
        <p:nvSpPr>
          <p:cNvPr id="290" name="Google Shape;290;p31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cenário atual da verificação formal e a lacuna entre Hardware e Software</a:t>
            </a:r>
            <a:endParaRPr/>
          </a:p>
        </p:txBody>
      </p:sp>
      <p:sp>
        <p:nvSpPr>
          <p:cNvPr id="291" name="Google Shape;291;p31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/>
          <p:nvPr/>
        </p:nvSpPr>
        <p:spPr>
          <a:xfrm>
            <a:off x="4613825" y="2891975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2"/>
          <p:cNvSpPr/>
          <p:nvPr/>
        </p:nvSpPr>
        <p:spPr>
          <a:xfrm>
            <a:off x="4613825" y="1324363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2"/>
          <p:cNvSpPr/>
          <p:nvPr/>
        </p:nvSpPr>
        <p:spPr>
          <a:xfrm>
            <a:off x="1237775" y="2891975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2"/>
          <p:cNvSpPr/>
          <p:nvPr/>
        </p:nvSpPr>
        <p:spPr>
          <a:xfrm>
            <a:off x="1237775" y="1324363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Contextualização</a:t>
            </a:r>
            <a:endParaRPr/>
          </a:p>
        </p:txBody>
      </p:sp>
      <p:sp>
        <p:nvSpPr>
          <p:cNvPr id="301" name="Google Shape;301;p32"/>
          <p:cNvSpPr txBox="1"/>
          <p:nvPr>
            <p:ph idx="1" type="subTitle"/>
          </p:nvPr>
        </p:nvSpPr>
        <p:spPr>
          <a:xfrm>
            <a:off x="1762571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validação de circuitos críticos exige prova matemática (não apenas testes).</a:t>
            </a:r>
            <a:endParaRPr/>
          </a:p>
        </p:txBody>
      </p:sp>
      <p:sp>
        <p:nvSpPr>
          <p:cNvPr id="302" name="Google Shape;302;p32"/>
          <p:cNvSpPr txBox="1"/>
          <p:nvPr>
            <p:ph idx="2" type="subTitle"/>
          </p:nvPr>
        </p:nvSpPr>
        <p:spPr>
          <a:xfrm>
            <a:off x="5132667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Ferramentas proprietárias são caras; </a:t>
            </a:r>
            <a:r>
              <a:rPr i="1" lang="en"/>
              <a:t>open-source</a:t>
            </a:r>
            <a:r>
              <a:rPr lang="en"/>
              <a:t> é fragmentado.</a:t>
            </a:r>
            <a:endParaRPr/>
          </a:p>
        </p:txBody>
      </p:sp>
      <p:sp>
        <p:nvSpPr>
          <p:cNvPr id="303" name="Google Shape;303;p32"/>
          <p:cNvSpPr txBox="1"/>
          <p:nvPr>
            <p:ph idx="3" type="subTitle"/>
          </p:nvPr>
        </p:nvSpPr>
        <p:spPr>
          <a:xfrm>
            <a:off x="1762571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Dificuldade em traduzir fielmente Hardware (VHDL) para Software (C).</a:t>
            </a:r>
            <a:endParaRPr/>
          </a:p>
        </p:txBody>
      </p:sp>
      <p:sp>
        <p:nvSpPr>
          <p:cNvPr id="304" name="Google Shape;304;p32"/>
          <p:cNvSpPr txBox="1"/>
          <p:nvPr>
            <p:ph idx="4" type="subTitle"/>
          </p:nvPr>
        </p:nvSpPr>
        <p:spPr>
          <a:xfrm>
            <a:off x="5132667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 pipeline que integra design industrial (Quartus) com verificação de software (ESBMC).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2"/>
          <p:cNvSpPr txBox="1"/>
          <p:nvPr>
            <p:ph idx="5" type="subTitle"/>
          </p:nvPr>
        </p:nvSpPr>
        <p:spPr>
          <a:xfrm>
            <a:off x="1762571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Cenário</a:t>
            </a:r>
            <a:endParaRPr/>
          </a:p>
        </p:txBody>
      </p:sp>
      <p:sp>
        <p:nvSpPr>
          <p:cNvPr id="306" name="Google Shape;306;p32"/>
          <p:cNvSpPr txBox="1"/>
          <p:nvPr>
            <p:ph idx="6" type="subTitle"/>
          </p:nvPr>
        </p:nvSpPr>
        <p:spPr>
          <a:xfrm>
            <a:off x="5132676" y="1524200"/>
            <a:ext cx="31083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Problema de Mercado</a:t>
            </a:r>
            <a:endParaRPr/>
          </a:p>
        </p:txBody>
      </p:sp>
      <p:sp>
        <p:nvSpPr>
          <p:cNvPr id="307" name="Google Shape;307;p32"/>
          <p:cNvSpPr txBox="1"/>
          <p:nvPr>
            <p:ph idx="7" type="subTitle"/>
          </p:nvPr>
        </p:nvSpPr>
        <p:spPr>
          <a:xfrm>
            <a:off x="1762571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Lacuna Técnica</a:t>
            </a:r>
            <a:endParaRPr/>
          </a:p>
        </p:txBody>
      </p:sp>
      <p:sp>
        <p:nvSpPr>
          <p:cNvPr id="308" name="Google Shape;308;p32"/>
          <p:cNvSpPr txBox="1"/>
          <p:nvPr>
            <p:ph idx="8" type="subTitle"/>
          </p:nvPr>
        </p:nvSpPr>
        <p:spPr>
          <a:xfrm>
            <a:off x="5132667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Nossa Abordagem</a:t>
            </a:r>
            <a:endParaRPr/>
          </a:p>
        </p:txBody>
      </p:sp>
      <p:grpSp>
        <p:nvGrpSpPr>
          <p:cNvPr id="309" name="Google Shape;309;p32"/>
          <p:cNvGrpSpPr/>
          <p:nvPr/>
        </p:nvGrpSpPr>
        <p:grpSpPr>
          <a:xfrm>
            <a:off x="4700000" y="3011600"/>
            <a:ext cx="343950" cy="277075"/>
            <a:chOff x="4735263" y="2554500"/>
            <a:chExt cx="343950" cy="277075"/>
          </a:xfrm>
        </p:grpSpPr>
        <p:sp>
          <p:nvSpPr>
            <p:cNvPr id="310" name="Google Shape;310;p32"/>
            <p:cNvSpPr/>
            <p:nvPr/>
          </p:nvSpPr>
          <p:spPr>
            <a:xfrm>
              <a:off x="4942588" y="2603450"/>
              <a:ext cx="92800" cy="15150"/>
            </a:xfrm>
            <a:custGeom>
              <a:rect b="b" l="l" r="r" t="t"/>
              <a:pathLst>
                <a:path extrusionOk="0" h="606" w="3712">
                  <a:moveTo>
                    <a:pt x="339" y="1"/>
                  </a:moveTo>
                  <a:cubicBezTo>
                    <a:pt x="165" y="1"/>
                    <a:pt x="1" y="175"/>
                    <a:pt x="42" y="349"/>
                  </a:cubicBezTo>
                  <a:cubicBezTo>
                    <a:pt x="83" y="472"/>
                    <a:pt x="216" y="605"/>
                    <a:pt x="339" y="605"/>
                  </a:cubicBezTo>
                  <a:lnTo>
                    <a:pt x="3414" y="605"/>
                  </a:lnTo>
                  <a:cubicBezTo>
                    <a:pt x="3589" y="605"/>
                    <a:pt x="3712" y="431"/>
                    <a:pt x="3671" y="257"/>
                  </a:cubicBezTo>
                  <a:cubicBezTo>
                    <a:pt x="3671" y="93"/>
                    <a:pt x="3548" y="1"/>
                    <a:pt x="3373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2"/>
            <p:cNvSpPr/>
            <p:nvPr/>
          </p:nvSpPr>
          <p:spPr>
            <a:xfrm>
              <a:off x="4833663" y="2652650"/>
              <a:ext cx="38475" cy="14900"/>
            </a:xfrm>
            <a:custGeom>
              <a:rect b="b" l="l" r="r" t="t"/>
              <a:pathLst>
                <a:path extrusionOk="0" h="596" w="1539">
                  <a:moveTo>
                    <a:pt x="339" y="1"/>
                  </a:moveTo>
                  <a:cubicBezTo>
                    <a:pt x="124" y="1"/>
                    <a:pt x="1" y="175"/>
                    <a:pt x="42" y="339"/>
                  </a:cubicBezTo>
                  <a:cubicBezTo>
                    <a:pt x="42" y="472"/>
                    <a:pt x="165" y="596"/>
                    <a:pt x="339" y="596"/>
                  </a:cubicBezTo>
                  <a:lnTo>
                    <a:pt x="1190" y="596"/>
                  </a:lnTo>
                  <a:cubicBezTo>
                    <a:pt x="1364" y="596"/>
                    <a:pt x="1538" y="431"/>
                    <a:pt x="1497" y="257"/>
                  </a:cubicBezTo>
                  <a:cubicBezTo>
                    <a:pt x="1446" y="83"/>
                    <a:pt x="1323" y="1"/>
                    <a:pt x="119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2"/>
            <p:cNvSpPr/>
            <p:nvPr/>
          </p:nvSpPr>
          <p:spPr>
            <a:xfrm>
              <a:off x="4942588" y="2652650"/>
              <a:ext cx="92800" cy="14900"/>
            </a:xfrm>
            <a:custGeom>
              <a:rect b="b" l="l" r="r" t="t"/>
              <a:pathLst>
                <a:path extrusionOk="0" h="596" w="3712">
                  <a:moveTo>
                    <a:pt x="339" y="1"/>
                  </a:moveTo>
                  <a:cubicBezTo>
                    <a:pt x="165" y="1"/>
                    <a:pt x="1" y="175"/>
                    <a:pt x="42" y="339"/>
                  </a:cubicBezTo>
                  <a:cubicBezTo>
                    <a:pt x="83" y="472"/>
                    <a:pt x="216" y="596"/>
                    <a:pt x="339" y="596"/>
                  </a:cubicBezTo>
                  <a:lnTo>
                    <a:pt x="3414" y="596"/>
                  </a:lnTo>
                  <a:cubicBezTo>
                    <a:pt x="3589" y="596"/>
                    <a:pt x="3712" y="431"/>
                    <a:pt x="3671" y="257"/>
                  </a:cubicBezTo>
                  <a:cubicBezTo>
                    <a:pt x="3671" y="83"/>
                    <a:pt x="3548" y="1"/>
                    <a:pt x="337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2"/>
            <p:cNvSpPr/>
            <p:nvPr/>
          </p:nvSpPr>
          <p:spPr>
            <a:xfrm>
              <a:off x="4942588" y="2701875"/>
              <a:ext cx="92800" cy="14875"/>
            </a:xfrm>
            <a:custGeom>
              <a:rect b="b" l="l" r="r" t="t"/>
              <a:pathLst>
                <a:path extrusionOk="0" h="595" w="3712">
                  <a:moveTo>
                    <a:pt x="339" y="0"/>
                  </a:moveTo>
                  <a:cubicBezTo>
                    <a:pt x="165" y="0"/>
                    <a:pt x="1" y="164"/>
                    <a:pt x="42" y="338"/>
                  </a:cubicBezTo>
                  <a:cubicBezTo>
                    <a:pt x="83" y="513"/>
                    <a:pt x="216" y="595"/>
                    <a:pt x="339" y="595"/>
                  </a:cubicBezTo>
                  <a:lnTo>
                    <a:pt x="3414" y="595"/>
                  </a:lnTo>
                  <a:cubicBezTo>
                    <a:pt x="3589" y="595"/>
                    <a:pt x="3712" y="472"/>
                    <a:pt x="3671" y="256"/>
                  </a:cubicBezTo>
                  <a:cubicBezTo>
                    <a:pt x="3671" y="123"/>
                    <a:pt x="3548" y="0"/>
                    <a:pt x="3373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2"/>
            <p:cNvSpPr/>
            <p:nvPr/>
          </p:nvSpPr>
          <p:spPr>
            <a:xfrm>
              <a:off x="4735263" y="2554500"/>
              <a:ext cx="343950" cy="277075"/>
            </a:xfrm>
            <a:custGeom>
              <a:rect b="b" l="l" r="r" t="t"/>
              <a:pathLst>
                <a:path extrusionOk="0" h="11083" w="13758">
                  <a:moveTo>
                    <a:pt x="1753" y="595"/>
                  </a:moveTo>
                  <a:lnTo>
                    <a:pt x="1753" y="8069"/>
                  </a:lnTo>
                  <a:lnTo>
                    <a:pt x="605" y="8069"/>
                  </a:lnTo>
                  <a:lnTo>
                    <a:pt x="605" y="595"/>
                  </a:lnTo>
                  <a:close/>
                  <a:moveTo>
                    <a:pt x="5126" y="595"/>
                  </a:moveTo>
                  <a:cubicBezTo>
                    <a:pt x="5690" y="595"/>
                    <a:pt x="6243" y="851"/>
                    <a:pt x="6582" y="1282"/>
                  </a:cubicBezTo>
                  <a:lnTo>
                    <a:pt x="6582" y="8540"/>
                  </a:lnTo>
                  <a:cubicBezTo>
                    <a:pt x="6151" y="8243"/>
                    <a:pt x="5639" y="8069"/>
                    <a:pt x="5126" y="8069"/>
                  </a:cubicBezTo>
                  <a:lnTo>
                    <a:pt x="4101" y="8069"/>
                  </a:lnTo>
                  <a:lnTo>
                    <a:pt x="4101" y="6449"/>
                  </a:lnTo>
                  <a:cubicBezTo>
                    <a:pt x="4152" y="6490"/>
                    <a:pt x="4193" y="6490"/>
                    <a:pt x="4234" y="6490"/>
                  </a:cubicBezTo>
                  <a:lnTo>
                    <a:pt x="5126" y="6490"/>
                  </a:lnTo>
                  <a:cubicBezTo>
                    <a:pt x="5259" y="6490"/>
                    <a:pt x="5382" y="6408"/>
                    <a:pt x="5433" y="6233"/>
                  </a:cubicBezTo>
                  <a:cubicBezTo>
                    <a:pt x="5433" y="6059"/>
                    <a:pt x="5300" y="5895"/>
                    <a:pt x="5126" y="5895"/>
                  </a:cubicBezTo>
                  <a:lnTo>
                    <a:pt x="4234" y="5895"/>
                  </a:lnTo>
                  <a:cubicBezTo>
                    <a:pt x="4193" y="5895"/>
                    <a:pt x="4152" y="5936"/>
                    <a:pt x="4101" y="5936"/>
                  </a:cubicBezTo>
                  <a:lnTo>
                    <a:pt x="4101" y="2522"/>
                  </a:lnTo>
                  <a:cubicBezTo>
                    <a:pt x="4152" y="2522"/>
                    <a:pt x="4193" y="2563"/>
                    <a:pt x="4234" y="2563"/>
                  </a:cubicBezTo>
                  <a:lnTo>
                    <a:pt x="5126" y="2563"/>
                  </a:lnTo>
                  <a:cubicBezTo>
                    <a:pt x="5259" y="2563"/>
                    <a:pt x="5382" y="2430"/>
                    <a:pt x="5433" y="2307"/>
                  </a:cubicBezTo>
                  <a:cubicBezTo>
                    <a:pt x="5433" y="2133"/>
                    <a:pt x="5300" y="1959"/>
                    <a:pt x="5126" y="1959"/>
                  </a:cubicBezTo>
                  <a:lnTo>
                    <a:pt x="4234" y="1959"/>
                  </a:lnTo>
                  <a:cubicBezTo>
                    <a:pt x="4193" y="1959"/>
                    <a:pt x="4152" y="1959"/>
                    <a:pt x="4101" y="2010"/>
                  </a:cubicBezTo>
                  <a:lnTo>
                    <a:pt x="4101" y="595"/>
                  </a:lnTo>
                  <a:close/>
                  <a:moveTo>
                    <a:pt x="13163" y="595"/>
                  </a:moveTo>
                  <a:lnTo>
                    <a:pt x="13163" y="8069"/>
                  </a:lnTo>
                  <a:lnTo>
                    <a:pt x="8632" y="8069"/>
                  </a:lnTo>
                  <a:cubicBezTo>
                    <a:pt x="8119" y="8069"/>
                    <a:pt x="7607" y="8243"/>
                    <a:pt x="7176" y="8540"/>
                  </a:cubicBezTo>
                  <a:lnTo>
                    <a:pt x="7176" y="1282"/>
                  </a:lnTo>
                  <a:cubicBezTo>
                    <a:pt x="7525" y="851"/>
                    <a:pt x="8078" y="595"/>
                    <a:pt x="8632" y="595"/>
                  </a:cubicBezTo>
                  <a:close/>
                  <a:moveTo>
                    <a:pt x="1753" y="8673"/>
                  </a:moveTo>
                  <a:lnTo>
                    <a:pt x="1753" y="9606"/>
                  </a:lnTo>
                  <a:lnTo>
                    <a:pt x="605" y="9606"/>
                  </a:lnTo>
                  <a:lnTo>
                    <a:pt x="605" y="8673"/>
                  </a:lnTo>
                  <a:close/>
                  <a:moveTo>
                    <a:pt x="5126" y="8673"/>
                  </a:moveTo>
                  <a:cubicBezTo>
                    <a:pt x="5556" y="8673"/>
                    <a:pt x="5987" y="8837"/>
                    <a:pt x="6325" y="9094"/>
                  </a:cubicBezTo>
                  <a:cubicBezTo>
                    <a:pt x="6110" y="9227"/>
                    <a:pt x="5946" y="9391"/>
                    <a:pt x="5813" y="9606"/>
                  </a:cubicBezTo>
                  <a:lnTo>
                    <a:pt x="4101" y="9606"/>
                  </a:lnTo>
                  <a:lnTo>
                    <a:pt x="4101" y="8673"/>
                  </a:lnTo>
                  <a:close/>
                  <a:moveTo>
                    <a:pt x="13163" y="8673"/>
                  </a:moveTo>
                  <a:lnTo>
                    <a:pt x="13163" y="9606"/>
                  </a:lnTo>
                  <a:lnTo>
                    <a:pt x="7945" y="9606"/>
                  </a:lnTo>
                  <a:cubicBezTo>
                    <a:pt x="7822" y="9391"/>
                    <a:pt x="7648" y="9227"/>
                    <a:pt x="7433" y="9094"/>
                  </a:cubicBezTo>
                  <a:cubicBezTo>
                    <a:pt x="7781" y="8837"/>
                    <a:pt x="8201" y="8673"/>
                    <a:pt x="8632" y="8673"/>
                  </a:cubicBezTo>
                  <a:close/>
                  <a:moveTo>
                    <a:pt x="3506" y="595"/>
                  </a:moveTo>
                  <a:lnTo>
                    <a:pt x="3506" y="10211"/>
                  </a:lnTo>
                  <a:lnTo>
                    <a:pt x="3127" y="9904"/>
                  </a:lnTo>
                  <a:cubicBezTo>
                    <a:pt x="3076" y="9863"/>
                    <a:pt x="2994" y="9821"/>
                    <a:pt x="2953" y="9821"/>
                  </a:cubicBezTo>
                  <a:cubicBezTo>
                    <a:pt x="2871" y="9821"/>
                    <a:pt x="2819" y="9863"/>
                    <a:pt x="2778" y="9904"/>
                  </a:cubicBezTo>
                  <a:lnTo>
                    <a:pt x="2358" y="10211"/>
                  </a:lnTo>
                  <a:lnTo>
                    <a:pt x="2358" y="595"/>
                  </a:lnTo>
                  <a:close/>
                  <a:moveTo>
                    <a:pt x="308" y="1"/>
                  </a:moveTo>
                  <a:cubicBezTo>
                    <a:pt x="133" y="1"/>
                    <a:pt x="0" y="124"/>
                    <a:pt x="0" y="298"/>
                  </a:cubicBezTo>
                  <a:lnTo>
                    <a:pt x="0" y="8366"/>
                  </a:lnTo>
                  <a:lnTo>
                    <a:pt x="0" y="9904"/>
                  </a:lnTo>
                  <a:cubicBezTo>
                    <a:pt x="0" y="10078"/>
                    <a:pt x="133" y="10211"/>
                    <a:pt x="308" y="10211"/>
                  </a:cubicBezTo>
                  <a:lnTo>
                    <a:pt x="1753" y="10211"/>
                  </a:lnTo>
                  <a:lnTo>
                    <a:pt x="1753" y="10765"/>
                  </a:lnTo>
                  <a:cubicBezTo>
                    <a:pt x="1753" y="10847"/>
                    <a:pt x="1794" y="10929"/>
                    <a:pt x="1886" y="11021"/>
                  </a:cubicBezTo>
                  <a:cubicBezTo>
                    <a:pt x="1927" y="11062"/>
                    <a:pt x="1992" y="11082"/>
                    <a:pt x="2056" y="11082"/>
                  </a:cubicBezTo>
                  <a:cubicBezTo>
                    <a:pt x="2120" y="11082"/>
                    <a:pt x="2184" y="11062"/>
                    <a:pt x="2225" y="11021"/>
                  </a:cubicBezTo>
                  <a:lnTo>
                    <a:pt x="2953" y="10508"/>
                  </a:lnTo>
                  <a:lnTo>
                    <a:pt x="3639" y="11021"/>
                  </a:lnTo>
                  <a:cubicBezTo>
                    <a:pt x="3680" y="11062"/>
                    <a:pt x="3762" y="11062"/>
                    <a:pt x="3803" y="11062"/>
                  </a:cubicBezTo>
                  <a:cubicBezTo>
                    <a:pt x="3844" y="11062"/>
                    <a:pt x="3937" y="11062"/>
                    <a:pt x="3978" y="11021"/>
                  </a:cubicBezTo>
                  <a:cubicBezTo>
                    <a:pt x="4060" y="10980"/>
                    <a:pt x="4101" y="10888"/>
                    <a:pt x="4101" y="10765"/>
                  </a:cubicBezTo>
                  <a:lnTo>
                    <a:pt x="4101" y="10211"/>
                  </a:lnTo>
                  <a:lnTo>
                    <a:pt x="5987" y="10211"/>
                  </a:lnTo>
                  <a:cubicBezTo>
                    <a:pt x="6110" y="10211"/>
                    <a:pt x="6243" y="10119"/>
                    <a:pt x="6284" y="9996"/>
                  </a:cubicBezTo>
                  <a:cubicBezTo>
                    <a:pt x="6366" y="9739"/>
                    <a:pt x="6623" y="9565"/>
                    <a:pt x="6879" y="9565"/>
                  </a:cubicBezTo>
                  <a:cubicBezTo>
                    <a:pt x="7135" y="9565"/>
                    <a:pt x="7350" y="9698"/>
                    <a:pt x="7433" y="9955"/>
                  </a:cubicBezTo>
                  <a:lnTo>
                    <a:pt x="7484" y="9996"/>
                  </a:lnTo>
                  <a:cubicBezTo>
                    <a:pt x="7525" y="10119"/>
                    <a:pt x="7607" y="10211"/>
                    <a:pt x="7740" y="10211"/>
                  </a:cubicBezTo>
                  <a:lnTo>
                    <a:pt x="13460" y="10211"/>
                  </a:lnTo>
                  <a:cubicBezTo>
                    <a:pt x="13635" y="10211"/>
                    <a:pt x="13758" y="10078"/>
                    <a:pt x="13758" y="9904"/>
                  </a:cubicBezTo>
                  <a:lnTo>
                    <a:pt x="13758" y="8366"/>
                  </a:lnTo>
                  <a:lnTo>
                    <a:pt x="13758" y="8161"/>
                  </a:lnTo>
                  <a:lnTo>
                    <a:pt x="13758" y="298"/>
                  </a:lnTo>
                  <a:cubicBezTo>
                    <a:pt x="13758" y="124"/>
                    <a:pt x="13635" y="1"/>
                    <a:pt x="13460" y="1"/>
                  </a:cubicBezTo>
                  <a:lnTo>
                    <a:pt x="8632" y="1"/>
                  </a:lnTo>
                  <a:cubicBezTo>
                    <a:pt x="7996" y="1"/>
                    <a:pt x="7350" y="257"/>
                    <a:pt x="6879" y="728"/>
                  </a:cubicBezTo>
                  <a:cubicBezTo>
                    <a:pt x="6407" y="257"/>
                    <a:pt x="5772" y="1"/>
                    <a:pt x="5126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5" name="Google Shape;315;p32"/>
          <p:cNvGrpSpPr/>
          <p:nvPr/>
        </p:nvGrpSpPr>
        <p:grpSpPr>
          <a:xfrm>
            <a:off x="1323933" y="1410450"/>
            <a:ext cx="343975" cy="344100"/>
            <a:chOff x="1003188" y="1986175"/>
            <a:chExt cx="343975" cy="344100"/>
          </a:xfrm>
        </p:grpSpPr>
        <p:sp>
          <p:nvSpPr>
            <p:cNvPr id="316" name="Google Shape;316;p32"/>
            <p:cNvSpPr/>
            <p:nvPr/>
          </p:nvSpPr>
          <p:spPr>
            <a:xfrm>
              <a:off x="1090863" y="1986175"/>
              <a:ext cx="168650" cy="173150"/>
            </a:xfrm>
            <a:custGeom>
              <a:rect b="b" l="l" r="r" t="t"/>
              <a:pathLst>
                <a:path extrusionOk="0" h="6926" w="6746">
                  <a:moveTo>
                    <a:pt x="1743" y="1503"/>
                  </a:moveTo>
                  <a:cubicBezTo>
                    <a:pt x="2471" y="1503"/>
                    <a:pt x="3075" y="2056"/>
                    <a:pt x="3075" y="2825"/>
                  </a:cubicBezTo>
                  <a:lnTo>
                    <a:pt x="3075" y="3553"/>
                  </a:lnTo>
                  <a:lnTo>
                    <a:pt x="1917" y="3553"/>
                  </a:lnTo>
                  <a:cubicBezTo>
                    <a:pt x="1189" y="3553"/>
                    <a:pt x="595" y="2959"/>
                    <a:pt x="595" y="2231"/>
                  </a:cubicBezTo>
                  <a:lnTo>
                    <a:pt x="595" y="1503"/>
                  </a:lnTo>
                  <a:close/>
                  <a:moveTo>
                    <a:pt x="6151" y="2825"/>
                  </a:moveTo>
                  <a:lnTo>
                    <a:pt x="6151" y="3553"/>
                  </a:lnTo>
                  <a:cubicBezTo>
                    <a:pt x="6151" y="4281"/>
                    <a:pt x="5546" y="4835"/>
                    <a:pt x="4818" y="4835"/>
                  </a:cubicBezTo>
                  <a:lnTo>
                    <a:pt x="3670" y="4835"/>
                  </a:lnTo>
                  <a:lnTo>
                    <a:pt x="3670" y="4107"/>
                  </a:lnTo>
                  <a:cubicBezTo>
                    <a:pt x="3670" y="3379"/>
                    <a:pt x="4265" y="2825"/>
                    <a:pt x="4992" y="2825"/>
                  </a:cubicBezTo>
                  <a:close/>
                  <a:moveTo>
                    <a:pt x="3362" y="0"/>
                  </a:moveTo>
                  <a:cubicBezTo>
                    <a:pt x="3208" y="0"/>
                    <a:pt x="3075" y="156"/>
                    <a:pt x="3075" y="303"/>
                  </a:cubicBezTo>
                  <a:lnTo>
                    <a:pt x="3075" y="1421"/>
                  </a:lnTo>
                  <a:cubicBezTo>
                    <a:pt x="2727" y="1113"/>
                    <a:pt x="2255" y="908"/>
                    <a:pt x="1743" y="908"/>
                  </a:cubicBezTo>
                  <a:lnTo>
                    <a:pt x="297" y="908"/>
                  </a:lnTo>
                  <a:cubicBezTo>
                    <a:pt x="123" y="908"/>
                    <a:pt x="0" y="1031"/>
                    <a:pt x="0" y="1206"/>
                  </a:cubicBezTo>
                  <a:lnTo>
                    <a:pt x="0" y="2231"/>
                  </a:lnTo>
                  <a:cubicBezTo>
                    <a:pt x="0" y="3256"/>
                    <a:pt x="851" y="4107"/>
                    <a:pt x="1917" y="4107"/>
                  </a:cubicBezTo>
                  <a:lnTo>
                    <a:pt x="3075" y="4107"/>
                  </a:lnTo>
                  <a:lnTo>
                    <a:pt x="3075" y="5132"/>
                  </a:lnTo>
                  <a:lnTo>
                    <a:pt x="3075" y="6629"/>
                  </a:lnTo>
                  <a:cubicBezTo>
                    <a:pt x="3075" y="6752"/>
                    <a:pt x="3157" y="6885"/>
                    <a:pt x="3332" y="6926"/>
                  </a:cubicBezTo>
                  <a:cubicBezTo>
                    <a:pt x="3496" y="6926"/>
                    <a:pt x="3670" y="6803"/>
                    <a:pt x="3670" y="6629"/>
                  </a:cubicBezTo>
                  <a:lnTo>
                    <a:pt x="3670" y="5429"/>
                  </a:lnTo>
                  <a:lnTo>
                    <a:pt x="4818" y="5429"/>
                  </a:lnTo>
                  <a:cubicBezTo>
                    <a:pt x="5895" y="5429"/>
                    <a:pt x="6745" y="4578"/>
                    <a:pt x="6745" y="3553"/>
                  </a:cubicBezTo>
                  <a:lnTo>
                    <a:pt x="6745" y="2528"/>
                  </a:lnTo>
                  <a:cubicBezTo>
                    <a:pt x="6745" y="2354"/>
                    <a:pt x="6612" y="2231"/>
                    <a:pt x="6448" y="2231"/>
                  </a:cubicBezTo>
                  <a:lnTo>
                    <a:pt x="4992" y="2231"/>
                  </a:lnTo>
                  <a:cubicBezTo>
                    <a:pt x="4480" y="2231"/>
                    <a:pt x="4008" y="2395"/>
                    <a:pt x="3670" y="2743"/>
                  </a:cubicBezTo>
                  <a:lnTo>
                    <a:pt x="3670" y="303"/>
                  </a:lnTo>
                  <a:cubicBezTo>
                    <a:pt x="3670" y="180"/>
                    <a:pt x="3588" y="6"/>
                    <a:pt x="3414" y="6"/>
                  </a:cubicBezTo>
                  <a:cubicBezTo>
                    <a:pt x="3396" y="2"/>
                    <a:pt x="3379" y="0"/>
                    <a:pt x="3362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2"/>
            <p:cNvSpPr/>
            <p:nvPr/>
          </p:nvSpPr>
          <p:spPr>
            <a:xfrm>
              <a:off x="1003188" y="2144500"/>
              <a:ext cx="343975" cy="185775"/>
            </a:xfrm>
            <a:custGeom>
              <a:rect b="b" l="l" r="r" t="t"/>
              <a:pathLst>
                <a:path extrusionOk="0" h="7431" w="13759">
                  <a:moveTo>
                    <a:pt x="6873" y="584"/>
                  </a:moveTo>
                  <a:cubicBezTo>
                    <a:pt x="7777" y="584"/>
                    <a:pt x="8639" y="1011"/>
                    <a:pt x="9186" y="1751"/>
                  </a:cubicBezTo>
                  <a:cubicBezTo>
                    <a:pt x="9145" y="1751"/>
                    <a:pt x="9145" y="1751"/>
                    <a:pt x="9094" y="1700"/>
                  </a:cubicBezTo>
                  <a:cubicBezTo>
                    <a:pt x="8889" y="1659"/>
                    <a:pt x="8674" y="1577"/>
                    <a:pt x="8376" y="1577"/>
                  </a:cubicBezTo>
                  <a:cubicBezTo>
                    <a:pt x="7772" y="1577"/>
                    <a:pt x="7218" y="1915"/>
                    <a:pt x="6880" y="2387"/>
                  </a:cubicBezTo>
                  <a:cubicBezTo>
                    <a:pt x="6531" y="1915"/>
                    <a:pt x="5978" y="1577"/>
                    <a:pt x="5383" y="1577"/>
                  </a:cubicBezTo>
                  <a:cubicBezTo>
                    <a:pt x="5086" y="1577"/>
                    <a:pt x="4870" y="1659"/>
                    <a:pt x="4655" y="1700"/>
                  </a:cubicBezTo>
                  <a:cubicBezTo>
                    <a:pt x="4614" y="1751"/>
                    <a:pt x="4614" y="1751"/>
                    <a:pt x="4573" y="1751"/>
                  </a:cubicBezTo>
                  <a:cubicBezTo>
                    <a:pt x="4911" y="1280"/>
                    <a:pt x="5424" y="931"/>
                    <a:pt x="5978" y="726"/>
                  </a:cubicBezTo>
                  <a:cubicBezTo>
                    <a:pt x="6274" y="630"/>
                    <a:pt x="6576" y="584"/>
                    <a:pt x="6873" y="584"/>
                  </a:cubicBezTo>
                  <a:close/>
                  <a:moveTo>
                    <a:pt x="5424" y="2172"/>
                  </a:moveTo>
                  <a:cubicBezTo>
                    <a:pt x="6070" y="2172"/>
                    <a:pt x="6582" y="2725"/>
                    <a:pt x="6582" y="3371"/>
                  </a:cubicBezTo>
                  <a:lnTo>
                    <a:pt x="6582" y="4314"/>
                  </a:lnTo>
                  <a:cubicBezTo>
                    <a:pt x="6193" y="4099"/>
                    <a:pt x="5762" y="3966"/>
                    <a:pt x="5301" y="3966"/>
                  </a:cubicBezTo>
                  <a:lnTo>
                    <a:pt x="1026" y="3966"/>
                  </a:lnTo>
                  <a:lnTo>
                    <a:pt x="1026" y="3330"/>
                  </a:lnTo>
                  <a:cubicBezTo>
                    <a:pt x="1026" y="3074"/>
                    <a:pt x="1282" y="2817"/>
                    <a:pt x="1580" y="2817"/>
                  </a:cubicBezTo>
                  <a:cubicBezTo>
                    <a:pt x="2646" y="2817"/>
                    <a:pt x="3712" y="2643"/>
                    <a:pt x="4737" y="2305"/>
                  </a:cubicBezTo>
                  <a:cubicBezTo>
                    <a:pt x="4788" y="2305"/>
                    <a:pt x="4829" y="2305"/>
                    <a:pt x="4829" y="2264"/>
                  </a:cubicBezTo>
                  <a:cubicBezTo>
                    <a:pt x="5045" y="2213"/>
                    <a:pt x="5168" y="2172"/>
                    <a:pt x="5424" y="2172"/>
                  </a:cubicBezTo>
                  <a:close/>
                  <a:moveTo>
                    <a:pt x="8325" y="2172"/>
                  </a:moveTo>
                  <a:cubicBezTo>
                    <a:pt x="8581" y="2172"/>
                    <a:pt x="8715" y="2213"/>
                    <a:pt x="8930" y="2264"/>
                  </a:cubicBezTo>
                  <a:cubicBezTo>
                    <a:pt x="8930" y="2305"/>
                    <a:pt x="8971" y="2305"/>
                    <a:pt x="9012" y="2305"/>
                  </a:cubicBezTo>
                  <a:cubicBezTo>
                    <a:pt x="10037" y="2643"/>
                    <a:pt x="11103" y="2817"/>
                    <a:pt x="12170" y="2817"/>
                  </a:cubicBezTo>
                  <a:cubicBezTo>
                    <a:pt x="12477" y="2817"/>
                    <a:pt x="12733" y="3074"/>
                    <a:pt x="12733" y="3330"/>
                  </a:cubicBezTo>
                  <a:lnTo>
                    <a:pt x="12733" y="3966"/>
                  </a:lnTo>
                  <a:lnTo>
                    <a:pt x="8458" y="3966"/>
                  </a:lnTo>
                  <a:cubicBezTo>
                    <a:pt x="7987" y="3966"/>
                    <a:pt x="7556" y="4099"/>
                    <a:pt x="7177" y="4314"/>
                  </a:cubicBezTo>
                  <a:lnTo>
                    <a:pt x="7177" y="3371"/>
                  </a:lnTo>
                  <a:cubicBezTo>
                    <a:pt x="7177" y="2725"/>
                    <a:pt x="7690" y="2172"/>
                    <a:pt x="8325" y="2172"/>
                  </a:cubicBezTo>
                  <a:close/>
                  <a:moveTo>
                    <a:pt x="13154" y="4570"/>
                  </a:moveTo>
                  <a:lnTo>
                    <a:pt x="13154" y="5719"/>
                  </a:lnTo>
                  <a:lnTo>
                    <a:pt x="8243" y="5719"/>
                  </a:lnTo>
                  <a:cubicBezTo>
                    <a:pt x="7946" y="5719"/>
                    <a:pt x="7690" y="5934"/>
                    <a:pt x="7649" y="6231"/>
                  </a:cubicBezTo>
                  <a:cubicBezTo>
                    <a:pt x="7556" y="6569"/>
                    <a:pt x="7259" y="6826"/>
                    <a:pt x="6880" y="6826"/>
                  </a:cubicBezTo>
                  <a:cubicBezTo>
                    <a:pt x="6490" y="6826"/>
                    <a:pt x="6193" y="6569"/>
                    <a:pt x="6111" y="6231"/>
                  </a:cubicBezTo>
                  <a:cubicBezTo>
                    <a:pt x="6070" y="5934"/>
                    <a:pt x="5814" y="5719"/>
                    <a:pt x="5506" y="5719"/>
                  </a:cubicBezTo>
                  <a:lnTo>
                    <a:pt x="596" y="5719"/>
                  </a:lnTo>
                  <a:lnTo>
                    <a:pt x="596" y="4570"/>
                  </a:lnTo>
                  <a:lnTo>
                    <a:pt x="5301" y="4570"/>
                  </a:lnTo>
                  <a:cubicBezTo>
                    <a:pt x="5814" y="4570"/>
                    <a:pt x="6326" y="4775"/>
                    <a:pt x="6664" y="5124"/>
                  </a:cubicBezTo>
                  <a:cubicBezTo>
                    <a:pt x="6726" y="5186"/>
                    <a:pt x="6800" y="5216"/>
                    <a:pt x="6876" y="5216"/>
                  </a:cubicBezTo>
                  <a:cubicBezTo>
                    <a:pt x="6952" y="5216"/>
                    <a:pt x="7028" y="5186"/>
                    <a:pt x="7095" y="5124"/>
                  </a:cubicBezTo>
                  <a:cubicBezTo>
                    <a:pt x="7474" y="4775"/>
                    <a:pt x="7946" y="4570"/>
                    <a:pt x="8458" y="4570"/>
                  </a:cubicBezTo>
                  <a:close/>
                  <a:moveTo>
                    <a:pt x="6872" y="1"/>
                  </a:moveTo>
                  <a:cubicBezTo>
                    <a:pt x="6513" y="1"/>
                    <a:pt x="6156" y="54"/>
                    <a:pt x="5814" y="162"/>
                  </a:cubicBezTo>
                  <a:cubicBezTo>
                    <a:pt x="4911" y="470"/>
                    <a:pt x="4143" y="1105"/>
                    <a:pt x="3763" y="1956"/>
                  </a:cubicBezTo>
                  <a:cubicBezTo>
                    <a:pt x="3035" y="2131"/>
                    <a:pt x="2308" y="2213"/>
                    <a:pt x="1580" y="2213"/>
                  </a:cubicBezTo>
                  <a:cubicBezTo>
                    <a:pt x="985" y="2213"/>
                    <a:pt x="473" y="2725"/>
                    <a:pt x="473" y="3330"/>
                  </a:cubicBezTo>
                  <a:lnTo>
                    <a:pt x="473" y="3966"/>
                  </a:lnTo>
                  <a:lnTo>
                    <a:pt x="298" y="3966"/>
                  </a:lnTo>
                  <a:cubicBezTo>
                    <a:pt x="124" y="3966"/>
                    <a:pt x="1" y="4099"/>
                    <a:pt x="1" y="4263"/>
                  </a:cubicBezTo>
                  <a:lnTo>
                    <a:pt x="1" y="6016"/>
                  </a:lnTo>
                  <a:cubicBezTo>
                    <a:pt x="1" y="6190"/>
                    <a:pt x="124" y="6313"/>
                    <a:pt x="298" y="6313"/>
                  </a:cubicBezTo>
                  <a:lnTo>
                    <a:pt x="5506" y="6313"/>
                  </a:lnTo>
                  <a:cubicBezTo>
                    <a:pt x="5506" y="6313"/>
                    <a:pt x="5557" y="6313"/>
                    <a:pt x="5557" y="6364"/>
                  </a:cubicBezTo>
                  <a:cubicBezTo>
                    <a:pt x="5680" y="6959"/>
                    <a:pt x="6234" y="7431"/>
                    <a:pt x="6880" y="7431"/>
                  </a:cubicBezTo>
                  <a:cubicBezTo>
                    <a:pt x="7515" y="7431"/>
                    <a:pt x="8069" y="6959"/>
                    <a:pt x="8202" y="6364"/>
                  </a:cubicBezTo>
                  <a:cubicBezTo>
                    <a:pt x="8202" y="6313"/>
                    <a:pt x="8243" y="6313"/>
                    <a:pt x="8243" y="6313"/>
                  </a:cubicBezTo>
                  <a:lnTo>
                    <a:pt x="13451" y="6313"/>
                  </a:lnTo>
                  <a:cubicBezTo>
                    <a:pt x="13625" y="6313"/>
                    <a:pt x="13758" y="6190"/>
                    <a:pt x="13758" y="6016"/>
                  </a:cubicBezTo>
                  <a:lnTo>
                    <a:pt x="13758" y="4263"/>
                  </a:lnTo>
                  <a:cubicBezTo>
                    <a:pt x="13758" y="4099"/>
                    <a:pt x="13625" y="3966"/>
                    <a:pt x="13451" y="3966"/>
                  </a:cubicBezTo>
                  <a:lnTo>
                    <a:pt x="13328" y="3966"/>
                  </a:lnTo>
                  <a:lnTo>
                    <a:pt x="13328" y="3330"/>
                  </a:lnTo>
                  <a:cubicBezTo>
                    <a:pt x="13328" y="2725"/>
                    <a:pt x="12815" y="2213"/>
                    <a:pt x="12221" y="2213"/>
                  </a:cubicBezTo>
                  <a:cubicBezTo>
                    <a:pt x="11452" y="2213"/>
                    <a:pt x="10724" y="2131"/>
                    <a:pt x="10037" y="1956"/>
                  </a:cubicBezTo>
                  <a:cubicBezTo>
                    <a:pt x="9658" y="1239"/>
                    <a:pt x="9053" y="634"/>
                    <a:pt x="8325" y="296"/>
                  </a:cubicBezTo>
                  <a:cubicBezTo>
                    <a:pt x="7858" y="100"/>
                    <a:pt x="7363" y="1"/>
                    <a:pt x="6872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8" name="Google Shape;318;p32"/>
          <p:cNvGrpSpPr/>
          <p:nvPr/>
        </p:nvGrpSpPr>
        <p:grpSpPr>
          <a:xfrm>
            <a:off x="4711150" y="1410638"/>
            <a:ext cx="321650" cy="343725"/>
            <a:chOff x="4017663" y="1976825"/>
            <a:chExt cx="321650" cy="343725"/>
          </a:xfrm>
        </p:grpSpPr>
        <p:sp>
          <p:nvSpPr>
            <p:cNvPr id="319" name="Google Shape;319;p32"/>
            <p:cNvSpPr/>
            <p:nvPr/>
          </p:nvSpPr>
          <p:spPr>
            <a:xfrm>
              <a:off x="4224988" y="1984275"/>
              <a:ext cx="78950" cy="78950"/>
            </a:xfrm>
            <a:custGeom>
              <a:rect b="b" l="l" r="r" t="t"/>
              <a:pathLst>
                <a:path extrusionOk="0" h="3158" w="3158">
                  <a:moveTo>
                    <a:pt x="0" y="0"/>
                  </a:moveTo>
                  <a:lnTo>
                    <a:pt x="0" y="1538"/>
                  </a:lnTo>
                  <a:cubicBezTo>
                    <a:pt x="0" y="1702"/>
                    <a:pt x="164" y="1835"/>
                    <a:pt x="298" y="1835"/>
                  </a:cubicBezTo>
                  <a:lnTo>
                    <a:pt x="1323" y="1835"/>
                  </a:lnTo>
                  <a:lnTo>
                    <a:pt x="1323" y="2860"/>
                  </a:lnTo>
                  <a:cubicBezTo>
                    <a:pt x="1323" y="3035"/>
                    <a:pt x="1446" y="3158"/>
                    <a:pt x="1620" y="3158"/>
                  </a:cubicBezTo>
                  <a:lnTo>
                    <a:pt x="3158" y="3158"/>
                  </a:lnTo>
                  <a:lnTo>
                    <a:pt x="3158" y="2563"/>
                  </a:lnTo>
                  <a:lnTo>
                    <a:pt x="1917" y="2563"/>
                  </a:lnTo>
                  <a:lnTo>
                    <a:pt x="1917" y="1538"/>
                  </a:lnTo>
                  <a:cubicBezTo>
                    <a:pt x="1917" y="1405"/>
                    <a:pt x="1794" y="1282"/>
                    <a:pt x="1620" y="1282"/>
                  </a:cubicBezTo>
                  <a:lnTo>
                    <a:pt x="595" y="1282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2"/>
            <p:cNvSpPr/>
            <p:nvPr/>
          </p:nvSpPr>
          <p:spPr>
            <a:xfrm>
              <a:off x="4224988" y="2234150"/>
              <a:ext cx="78950" cy="78950"/>
            </a:xfrm>
            <a:custGeom>
              <a:rect b="b" l="l" r="r" t="t"/>
              <a:pathLst>
                <a:path extrusionOk="0" h="3158" w="3158">
                  <a:moveTo>
                    <a:pt x="1620" y="0"/>
                  </a:moveTo>
                  <a:cubicBezTo>
                    <a:pt x="1446" y="0"/>
                    <a:pt x="1323" y="123"/>
                    <a:pt x="1323" y="298"/>
                  </a:cubicBezTo>
                  <a:lnTo>
                    <a:pt x="1323" y="1323"/>
                  </a:lnTo>
                  <a:lnTo>
                    <a:pt x="298" y="1323"/>
                  </a:lnTo>
                  <a:cubicBezTo>
                    <a:pt x="164" y="1323"/>
                    <a:pt x="0" y="1446"/>
                    <a:pt x="0" y="1620"/>
                  </a:cubicBezTo>
                  <a:lnTo>
                    <a:pt x="0" y="3158"/>
                  </a:lnTo>
                  <a:lnTo>
                    <a:pt x="595" y="3158"/>
                  </a:lnTo>
                  <a:lnTo>
                    <a:pt x="595" y="1917"/>
                  </a:lnTo>
                  <a:lnTo>
                    <a:pt x="1620" y="1917"/>
                  </a:lnTo>
                  <a:cubicBezTo>
                    <a:pt x="1794" y="1917"/>
                    <a:pt x="1917" y="1794"/>
                    <a:pt x="1917" y="1620"/>
                  </a:cubicBezTo>
                  <a:lnTo>
                    <a:pt x="1917" y="595"/>
                  </a:lnTo>
                  <a:lnTo>
                    <a:pt x="3158" y="595"/>
                  </a:lnTo>
                  <a:lnTo>
                    <a:pt x="3158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4267538" y="2141125"/>
              <a:ext cx="18225" cy="15125"/>
            </a:xfrm>
            <a:custGeom>
              <a:rect b="b" l="l" r="r" t="t"/>
              <a:pathLst>
                <a:path extrusionOk="0" h="605" w="729">
                  <a:moveTo>
                    <a:pt x="349" y="0"/>
                  </a:moveTo>
                  <a:cubicBezTo>
                    <a:pt x="257" y="0"/>
                    <a:pt x="174" y="41"/>
                    <a:pt x="92" y="133"/>
                  </a:cubicBezTo>
                  <a:cubicBezTo>
                    <a:pt x="0" y="390"/>
                    <a:pt x="133" y="605"/>
                    <a:pt x="349" y="605"/>
                  </a:cubicBezTo>
                  <a:cubicBezTo>
                    <a:pt x="564" y="605"/>
                    <a:pt x="728" y="390"/>
                    <a:pt x="646" y="174"/>
                  </a:cubicBezTo>
                  <a:cubicBezTo>
                    <a:pt x="605" y="92"/>
                    <a:pt x="472" y="0"/>
                    <a:pt x="39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2"/>
            <p:cNvSpPr/>
            <p:nvPr/>
          </p:nvSpPr>
          <p:spPr>
            <a:xfrm>
              <a:off x="4017663" y="1976825"/>
              <a:ext cx="321650" cy="343725"/>
            </a:xfrm>
            <a:custGeom>
              <a:rect b="b" l="l" r="r" t="t"/>
              <a:pathLst>
                <a:path extrusionOk="0" h="13749" w="12866">
                  <a:moveTo>
                    <a:pt x="2399" y="595"/>
                  </a:moveTo>
                  <a:lnTo>
                    <a:pt x="2399" y="2471"/>
                  </a:lnTo>
                  <a:cubicBezTo>
                    <a:pt x="2184" y="2307"/>
                    <a:pt x="1886" y="2215"/>
                    <a:pt x="1589" y="2215"/>
                  </a:cubicBezTo>
                  <a:lnTo>
                    <a:pt x="1240" y="2215"/>
                  </a:lnTo>
                  <a:lnTo>
                    <a:pt x="1240" y="595"/>
                  </a:lnTo>
                  <a:close/>
                  <a:moveTo>
                    <a:pt x="1589" y="2820"/>
                  </a:moveTo>
                  <a:cubicBezTo>
                    <a:pt x="2009" y="2820"/>
                    <a:pt x="2399" y="3117"/>
                    <a:pt x="2399" y="3589"/>
                  </a:cubicBezTo>
                  <a:cubicBezTo>
                    <a:pt x="2399" y="4009"/>
                    <a:pt x="2050" y="4399"/>
                    <a:pt x="1589" y="4399"/>
                  </a:cubicBezTo>
                  <a:lnTo>
                    <a:pt x="605" y="4399"/>
                  </a:lnTo>
                  <a:lnTo>
                    <a:pt x="605" y="2820"/>
                  </a:lnTo>
                  <a:close/>
                  <a:moveTo>
                    <a:pt x="11707" y="5424"/>
                  </a:moveTo>
                  <a:cubicBezTo>
                    <a:pt x="12005" y="5424"/>
                    <a:pt x="12220" y="5680"/>
                    <a:pt x="12220" y="5936"/>
                  </a:cubicBezTo>
                  <a:lnTo>
                    <a:pt x="12220" y="7812"/>
                  </a:lnTo>
                  <a:cubicBezTo>
                    <a:pt x="12220" y="8110"/>
                    <a:pt x="12005" y="8325"/>
                    <a:pt x="11707" y="8325"/>
                  </a:cubicBezTo>
                  <a:lnTo>
                    <a:pt x="10385" y="8325"/>
                  </a:lnTo>
                  <a:cubicBezTo>
                    <a:pt x="9534" y="8325"/>
                    <a:pt x="8847" y="7638"/>
                    <a:pt x="8888" y="6787"/>
                  </a:cubicBezTo>
                  <a:cubicBezTo>
                    <a:pt x="8929" y="6018"/>
                    <a:pt x="9575" y="5424"/>
                    <a:pt x="10344" y="5424"/>
                  </a:cubicBezTo>
                  <a:close/>
                  <a:moveTo>
                    <a:pt x="2399" y="4737"/>
                  </a:moveTo>
                  <a:lnTo>
                    <a:pt x="2399" y="9012"/>
                  </a:lnTo>
                  <a:cubicBezTo>
                    <a:pt x="2184" y="8838"/>
                    <a:pt x="1886" y="8756"/>
                    <a:pt x="1589" y="8756"/>
                  </a:cubicBezTo>
                  <a:lnTo>
                    <a:pt x="1240" y="8756"/>
                  </a:lnTo>
                  <a:lnTo>
                    <a:pt x="1240" y="4993"/>
                  </a:lnTo>
                  <a:lnTo>
                    <a:pt x="1589" y="4993"/>
                  </a:lnTo>
                  <a:cubicBezTo>
                    <a:pt x="1886" y="4993"/>
                    <a:pt x="2184" y="4870"/>
                    <a:pt x="2399" y="4737"/>
                  </a:cubicBezTo>
                  <a:close/>
                  <a:moveTo>
                    <a:pt x="1589" y="9350"/>
                  </a:moveTo>
                  <a:cubicBezTo>
                    <a:pt x="2009" y="9350"/>
                    <a:pt x="2399" y="9688"/>
                    <a:pt x="2399" y="10119"/>
                  </a:cubicBezTo>
                  <a:cubicBezTo>
                    <a:pt x="2399" y="10591"/>
                    <a:pt x="2050" y="10929"/>
                    <a:pt x="1589" y="10929"/>
                  </a:cubicBezTo>
                  <a:lnTo>
                    <a:pt x="605" y="10929"/>
                  </a:lnTo>
                  <a:lnTo>
                    <a:pt x="605" y="9350"/>
                  </a:lnTo>
                  <a:close/>
                  <a:moveTo>
                    <a:pt x="2399" y="11277"/>
                  </a:moveTo>
                  <a:lnTo>
                    <a:pt x="2399" y="13153"/>
                  </a:lnTo>
                  <a:lnTo>
                    <a:pt x="1240" y="13153"/>
                  </a:lnTo>
                  <a:lnTo>
                    <a:pt x="1240" y="11534"/>
                  </a:lnTo>
                  <a:lnTo>
                    <a:pt x="1589" y="11534"/>
                  </a:lnTo>
                  <a:cubicBezTo>
                    <a:pt x="1886" y="11534"/>
                    <a:pt x="2184" y="11441"/>
                    <a:pt x="2399" y="11277"/>
                  </a:cubicBezTo>
                  <a:close/>
                  <a:moveTo>
                    <a:pt x="11154" y="595"/>
                  </a:moveTo>
                  <a:lnTo>
                    <a:pt x="11154" y="4819"/>
                  </a:lnTo>
                  <a:lnTo>
                    <a:pt x="10385" y="4819"/>
                  </a:lnTo>
                  <a:cubicBezTo>
                    <a:pt x="9226" y="4819"/>
                    <a:pt x="8293" y="5762"/>
                    <a:pt x="8334" y="6921"/>
                  </a:cubicBezTo>
                  <a:cubicBezTo>
                    <a:pt x="8334" y="8028"/>
                    <a:pt x="9226" y="8920"/>
                    <a:pt x="10385" y="8920"/>
                  </a:cubicBezTo>
                  <a:lnTo>
                    <a:pt x="11154" y="8920"/>
                  </a:lnTo>
                  <a:lnTo>
                    <a:pt x="11154" y="13194"/>
                  </a:lnTo>
                  <a:lnTo>
                    <a:pt x="2993" y="13194"/>
                  </a:lnTo>
                  <a:lnTo>
                    <a:pt x="2993" y="595"/>
                  </a:lnTo>
                  <a:close/>
                  <a:moveTo>
                    <a:pt x="943" y="1"/>
                  </a:moveTo>
                  <a:cubicBezTo>
                    <a:pt x="769" y="1"/>
                    <a:pt x="646" y="124"/>
                    <a:pt x="646" y="298"/>
                  </a:cubicBezTo>
                  <a:lnTo>
                    <a:pt x="646" y="2215"/>
                  </a:lnTo>
                  <a:lnTo>
                    <a:pt x="308" y="2215"/>
                  </a:lnTo>
                  <a:cubicBezTo>
                    <a:pt x="133" y="2215"/>
                    <a:pt x="0" y="2348"/>
                    <a:pt x="0" y="2512"/>
                  </a:cubicBezTo>
                  <a:lnTo>
                    <a:pt x="0" y="4696"/>
                  </a:lnTo>
                  <a:cubicBezTo>
                    <a:pt x="0" y="4819"/>
                    <a:pt x="133" y="4993"/>
                    <a:pt x="308" y="4993"/>
                  </a:cubicBezTo>
                  <a:lnTo>
                    <a:pt x="646" y="4993"/>
                  </a:lnTo>
                  <a:lnTo>
                    <a:pt x="646" y="8756"/>
                  </a:lnTo>
                  <a:lnTo>
                    <a:pt x="308" y="8756"/>
                  </a:lnTo>
                  <a:cubicBezTo>
                    <a:pt x="133" y="8756"/>
                    <a:pt x="0" y="8879"/>
                    <a:pt x="0" y="9053"/>
                  </a:cubicBezTo>
                  <a:lnTo>
                    <a:pt x="0" y="11226"/>
                  </a:lnTo>
                  <a:cubicBezTo>
                    <a:pt x="0" y="11400"/>
                    <a:pt x="133" y="11534"/>
                    <a:pt x="308" y="11534"/>
                  </a:cubicBezTo>
                  <a:lnTo>
                    <a:pt x="646" y="11534"/>
                  </a:lnTo>
                  <a:lnTo>
                    <a:pt x="646" y="13451"/>
                  </a:lnTo>
                  <a:cubicBezTo>
                    <a:pt x="646" y="13625"/>
                    <a:pt x="769" y="13748"/>
                    <a:pt x="943" y="13748"/>
                  </a:cubicBezTo>
                  <a:lnTo>
                    <a:pt x="11451" y="13748"/>
                  </a:lnTo>
                  <a:cubicBezTo>
                    <a:pt x="11625" y="13748"/>
                    <a:pt x="11748" y="13625"/>
                    <a:pt x="11748" y="13451"/>
                  </a:cubicBezTo>
                  <a:lnTo>
                    <a:pt x="11748" y="8879"/>
                  </a:lnTo>
                  <a:cubicBezTo>
                    <a:pt x="12353" y="8879"/>
                    <a:pt x="12866" y="8407"/>
                    <a:pt x="12866" y="7771"/>
                  </a:cubicBezTo>
                  <a:lnTo>
                    <a:pt x="12866" y="5936"/>
                  </a:lnTo>
                  <a:cubicBezTo>
                    <a:pt x="12866" y="5332"/>
                    <a:pt x="12353" y="4870"/>
                    <a:pt x="11748" y="4819"/>
                  </a:cubicBezTo>
                  <a:lnTo>
                    <a:pt x="11748" y="298"/>
                  </a:lnTo>
                  <a:cubicBezTo>
                    <a:pt x="11748" y="124"/>
                    <a:pt x="11625" y="1"/>
                    <a:pt x="1145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4126563" y="2048350"/>
              <a:ext cx="92050" cy="14875"/>
            </a:xfrm>
            <a:custGeom>
              <a:rect b="b" l="l" r="r" t="t"/>
              <a:pathLst>
                <a:path extrusionOk="0" h="595" w="3682">
                  <a:moveTo>
                    <a:pt x="308" y="0"/>
                  </a:moveTo>
                  <a:cubicBezTo>
                    <a:pt x="134" y="0"/>
                    <a:pt x="1" y="123"/>
                    <a:pt x="1" y="338"/>
                  </a:cubicBezTo>
                  <a:cubicBezTo>
                    <a:pt x="52" y="472"/>
                    <a:pt x="175" y="595"/>
                    <a:pt x="308" y="595"/>
                  </a:cubicBezTo>
                  <a:lnTo>
                    <a:pt x="3384" y="595"/>
                  </a:lnTo>
                  <a:cubicBezTo>
                    <a:pt x="3548" y="595"/>
                    <a:pt x="3681" y="420"/>
                    <a:pt x="3681" y="256"/>
                  </a:cubicBezTo>
                  <a:cubicBezTo>
                    <a:pt x="3640" y="82"/>
                    <a:pt x="3507" y="0"/>
                    <a:pt x="3384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2"/>
            <p:cNvSpPr/>
            <p:nvPr/>
          </p:nvSpPr>
          <p:spPr>
            <a:xfrm>
              <a:off x="4137338" y="2092175"/>
              <a:ext cx="70500" cy="14875"/>
            </a:xfrm>
            <a:custGeom>
              <a:rect b="b" l="l" r="r" t="t"/>
              <a:pathLst>
                <a:path extrusionOk="0" h="595" w="2820">
                  <a:moveTo>
                    <a:pt x="298" y="0"/>
                  </a:moveTo>
                  <a:cubicBezTo>
                    <a:pt x="134" y="0"/>
                    <a:pt x="0" y="123"/>
                    <a:pt x="41" y="338"/>
                  </a:cubicBezTo>
                  <a:cubicBezTo>
                    <a:pt x="41" y="461"/>
                    <a:pt x="175" y="595"/>
                    <a:pt x="339" y="595"/>
                  </a:cubicBezTo>
                  <a:lnTo>
                    <a:pt x="2522" y="595"/>
                  </a:lnTo>
                  <a:cubicBezTo>
                    <a:pt x="2697" y="595"/>
                    <a:pt x="2820" y="420"/>
                    <a:pt x="2820" y="205"/>
                  </a:cubicBezTo>
                  <a:cubicBezTo>
                    <a:pt x="2779" y="82"/>
                    <a:pt x="2645" y="0"/>
                    <a:pt x="2481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5" name="Google Shape;325;p32"/>
          <p:cNvGrpSpPr/>
          <p:nvPr/>
        </p:nvGrpSpPr>
        <p:grpSpPr>
          <a:xfrm>
            <a:off x="1323946" y="2978275"/>
            <a:ext cx="343950" cy="343725"/>
            <a:chOff x="3287238" y="1976825"/>
            <a:chExt cx="343950" cy="343725"/>
          </a:xfrm>
        </p:grpSpPr>
        <p:sp>
          <p:nvSpPr>
            <p:cNvPr id="326" name="Google Shape;326;p32"/>
            <p:cNvSpPr/>
            <p:nvPr/>
          </p:nvSpPr>
          <p:spPr>
            <a:xfrm>
              <a:off x="3339763" y="2075000"/>
              <a:ext cx="43600" cy="14875"/>
            </a:xfrm>
            <a:custGeom>
              <a:rect b="b" l="l" r="r" t="t"/>
              <a:pathLst>
                <a:path extrusionOk="0" h="595" w="1744">
                  <a:moveTo>
                    <a:pt x="1" y="0"/>
                  </a:moveTo>
                  <a:lnTo>
                    <a:pt x="1" y="595"/>
                  </a:lnTo>
                  <a:lnTo>
                    <a:pt x="1744" y="595"/>
                  </a:lnTo>
                  <a:lnTo>
                    <a:pt x="1744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2"/>
            <p:cNvSpPr/>
            <p:nvPr/>
          </p:nvSpPr>
          <p:spPr>
            <a:xfrm>
              <a:off x="3339763" y="2115475"/>
              <a:ext cx="43600" cy="15150"/>
            </a:xfrm>
            <a:custGeom>
              <a:rect b="b" l="l" r="r" t="t"/>
              <a:pathLst>
                <a:path extrusionOk="0" h="606" w="1744">
                  <a:moveTo>
                    <a:pt x="1" y="1"/>
                  </a:moveTo>
                  <a:lnTo>
                    <a:pt x="1" y="606"/>
                  </a:lnTo>
                  <a:lnTo>
                    <a:pt x="1744" y="606"/>
                  </a:lnTo>
                  <a:lnTo>
                    <a:pt x="1744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2"/>
            <p:cNvSpPr/>
            <p:nvPr/>
          </p:nvSpPr>
          <p:spPr>
            <a:xfrm>
              <a:off x="3427163" y="2051425"/>
              <a:ext cx="43850" cy="13850"/>
            </a:xfrm>
            <a:custGeom>
              <a:rect b="b" l="l" r="r" t="t"/>
              <a:pathLst>
                <a:path extrusionOk="0" h="554" w="1754">
                  <a:moveTo>
                    <a:pt x="1" y="0"/>
                  </a:moveTo>
                  <a:lnTo>
                    <a:pt x="1" y="554"/>
                  </a:lnTo>
                  <a:lnTo>
                    <a:pt x="1754" y="554"/>
                  </a:lnTo>
                  <a:lnTo>
                    <a:pt x="1754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2"/>
            <p:cNvSpPr/>
            <p:nvPr/>
          </p:nvSpPr>
          <p:spPr>
            <a:xfrm>
              <a:off x="3427163" y="2090875"/>
              <a:ext cx="43850" cy="15150"/>
            </a:xfrm>
            <a:custGeom>
              <a:rect b="b" l="l" r="r" t="t"/>
              <a:pathLst>
                <a:path extrusionOk="0" h="606" w="1754">
                  <a:moveTo>
                    <a:pt x="1" y="1"/>
                  </a:moveTo>
                  <a:lnTo>
                    <a:pt x="1" y="606"/>
                  </a:lnTo>
                  <a:lnTo>
                    <a:pt x="1754" y="606"/>
                  </a:lnTo>
                  <a:lnTo>
                    <a:pt x="1754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2"/>
            <p:cNvSpPr/>
            <p:nvPr/>
          </p:nvSpPr>
          <p:spPr>
            <a:xfrm>
              <a:off x="3287238" y="1976825"/>
              <a:ext cx="343950" cy="343725"/>
            </a:xfrm>
            <a:custGeom>
              <a:rect b="b" l="l" r="r" t="t"/>
              <a:pathLst>
                <a:path extrusionOk="0" h="13749" w="13758">
                  <a:moveTo>
                    <a:pt x="8806" y="2984"/>
                  </a:moveTo>
                  <a:lnTo>
                    <a:pt x="11328" y="10888"/>
                  </a:lnTo>
                  <a:lnTo>
                    <a:pt x="10211" y="11318"/>
                  </a:lnTo>
                  <a:lnTo>
                    <a:pt x="7740" y="3415"/>
                  </a:lnTo>
                  <a:lnTo>
                    <a:pt x="8806" y="2984"/>
                  </a:lnTo>
                  <a:close/>
                  <a:moveTo>
                    <a:pt x="3547" y="1744"/>
                  </a:moveTo>
                  <a:lnTo>
                    <a:pt x="3547" y="2471"/>
                  </a:lnTo>
                  <a:lnTo>
                    <a:pt x="3547" y="2769"/>
                  </a:lnTo>
                  <a:lnTo>
                    <a:pt x="3547" y="11400"/>
                  </a:lnTo>
                  <a:lnTo>
                    <a:pt x="2399" y="11400"/>
                  </a:lnTo>
                  <a:lnTo>
                    <a:pt x="2399" y="1744"/>
                  </a:lnTo>
                  <a:close/>
                  <a:moveTo>
                    <a:pt x="5300" y="3076"/>
                  </a:moveTo>
                  <a:lnTo>
                    <a:pt x="5300" y="11400"/>
                  </a:lnTo>
                  <a:lnTo>
                    <a:pt x="4152" y="11400"/>
                  </a:lnTo>
                  <a:lnTo>
                    <a:pt x="4152" y="3076"/>
                  </a:lnTo>
                  <a:close/>
                  <a:moveTo>
                    <a:pt x="7053" y="595"/>
                  </a:moveTo>
                  <a:lnTo>
                    <a:pt x="7053" y="11400"/>
                  </a:lnTo>
                  <a:lnTo>
                    <a:pt x="5895" y="11400"/>
                  </a:lnTo>
                  <a:lnTo>
                    <a:pt x="5895" y="2471"/>
                  </a:lnTo>
                  <a:lnTo>
                    <a:pt x="5895" y="595"/>
                  </a:lnTo>
                  <a:close/>
                  <a:moveTo>
                    <a:pt x="7648" y="5127"/>
                  </a:moveTo>
                  <a:lnTo>
                    <a:pt x="9657" y="11400"/>
                  </a:lnTo>
                  <a:lnTo>
                    <a:pt x="7648" y="11400"/>
                  </a:lnTo>
                  <a:lnTo>
                    <a:pt x="7648" y="5127"/>
                  </a:lnTo>
                  <a:close/>
                  <a:moveTo>
                    <a:pt x="13163" y="8499"/>
                  </a:moveTo>
                  <a:lnTo>
                    <a:pt x="13163" y="13153"/>
                  </a:lnTo>
                  <a:lnTo>
                    <a:pt x="605" y="13153"/>
                  </a:lnTo>
                  <a:lnTo>
                    <a:pt x="605" y="8499"/>
                  </a:lnTo>
                  <a:lnTo>
                    <a:pt x="1753" y="8499"/>
                  </a:lnTo>
                  <a:lnTo>
                    <a:pt x="1753" y="11698"/>
                  </a:lnTo>
                  <a:cubicBezTo>
                    <a:pt x="1753" y="11831"/>
                    <a:pt x="1887" y="11995"/>
                    <a:pt x="2051" y="11995"/>
                  </a:cubicBezTo>
                  <a:lnTo>
                    <a:pt x="11666" y="11995"/>
                  </a:lnTo>
                  <a:cubicBezTo>
                    <a:pt x="11841" y="11995"/>
                    <a:pt x="11964" y="11831"/>
                    <a:pt x="11964" y="11698"/>
                  </a:cubicBezTo>
                  <a:lnTo>
                    <a:pt x="11964" y="8499"/>
                  </a:lnTo>
                  <a:close/>
                  <a:moveTo>
                    <a:pt x="5598" y="1"/>
                  </a:moveTo>
                  <a:cubicBezTo>
                    <a:pt x="5434" y="1"/>
                    <a:pt x="5300" y="124"/>
                    <a:pt x="5300" y="298"/>
                  </a:cubicBezTo>
                  <a:lnTo>
                    <a:pt x="5300" y="2471"/>
                  </a:lnTo>
                  <a:lnTo>
                    <a:pt x="4152" y="2471"/>
                  </a:lnTo>
                  <a:lnTo>
                    <a:pt x="4152" y="1446"/>
                  </a:lnTo>
                  <a:cubicBezTo>
                    <a:pt x="4152" y="1323"/>
                    <a:pt x="4019" y="1149"/>
                    <a:pt x="3845" y="1149"/>
                  </a:cubicBezTo>
                  <a:lnTo>
                    <a:pt x="2102" y="1149"/>
                  </a:lnTo>
                  <a:cubicBezTo>
                    <a:pt x="1928" y="1149"/>
                    <a:pt x="1794" y="1323"/>
                    <a:pt x="1794" y="1446"/>
                  </a:cubicBezTo>
                  <a:lnTo>
                    <a:pt x="1794" y="7894"/>
                  </a:lnTo>
                  <a:lnTo>
                    <a:pt x="308" y="7894"/>
                  </a:lnTo>
                  <a:cubicBezTo>
                    <a:pt x="134" y="7894"/>
                    <a:pt x="0" y="8028"/>
                    <a:pt x="0" y="8202"/>
                  </a:cubicBezTo>
                  <a:lnTo>
                    <a:pt x="0" y="13451"/>
                  </a:lnTo>
                  <a:cubicBezTo>
                    <a:pt x="0" y="13625"/>
                    <a:pt x="134" y="13748"/>
                    <a:pt x="308" y="13748"/>
                  </a:cubicBezTo>
                  <a:lnTo>
                    <a:pt x="13460" y="13748"/>
                  </a:lnTo>
                  <a:cubicBezTo>
                    <a:pt x="13635" y="13748"/>
                    <a:pt x="13758" y="13625"/>
                    <a:pt x="13758" y="13451"/>
                  </a:cubicBezTo>
                  <a:lnTo>
                    <a:pt x="13758" y="8202"/>
                  </a:lnTo>
                  <a:cubicBezTo>
                    <a:pt x="13758" y="8028"/>
                    <a:pt x="13635" y="7894"/>
                    <a:pt x="13460" y="7894"/>
                  </a:cubicBezTo>
                  <a:lnTo>
                    <a:pt x="11666" y="7894"/>
                  </a:lnTo>
                  <a:cubicBezTo>
                    <a:pt x="11492" y="7894"/>
                    <a:pt x="11369" y="8028"/>
                    <a:pt x="11369" y="8202"/>
                  </a:cubicBezTo>
                  <a:lnTo>
                    <a:pt x="11369" y="9135"/>
                  </a:lnTo>
                  <a:lnTo>
                    <a:pt x="9278" y="2512"/>
                  </a:lnTo>
                  <a:cubicBezTo>
                    <a:pt x="9227" y="2430"/>
                    <a:pt x="9186" y="2389"/>
                    <a:pt x="9104" y="2348"/>
                  </a:cubicBezTo>
                  <a:cubicBezTo>
                    <a:pt x="9022" y="2307"/>
                    <a:pt x="8929" y="2307"/>
                    <a:pt x="8888" y="2307"/>
                  </a:cubicBezTo>
                  <a:lnTo>
                    <a:pt x="7648" y="2820"/>
                  </a:lnTo>
                  <a:lnTo>
                    <a:pt x="7648" y="298"/>
                  </a:lnTo>
                  <a:cubicBezTo>
                    <a:pt x="7648" y="124"/>
                    <a:pt x="7484" y="1"/>
                    <a:pt x="735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1" name="Google Shape;331;p32"/>
          <p:cNvCxnSpPr>
            <a:stCxn id="299" idx="2"/>
            <a:endCxn id="298" idx="0"/>
          </p:cNvCxnSpPr>
          <p:nvPr/>
        </p:nvCxnSpPr>
        <p:spPr>
          <a:xfrm>
            <a:off x="1495925" y="1840663"/>
            <a:ext cx="0" cy="105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2"/>
          <p:cNvCxnSpPr>
            <a:stCxn id="298" idx="2"/>
          </p:cNvCxnSpPr>
          <p:nvPr/>
        </p:nvCxnSpPr>
        <p:spPr>
          <a:xfrm>
            <a:off x="1495925" y="3408275"/>
            <a:ext cx="0" cy="177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32"/>
          <p:cNvCxnSpPr>
            <a:stCxn id="297" idx="2"/>
            <a:endCxn id="296" idx="0"/>
          </p:cNvCxnSpPr>
          <p:nvPr/>
        </p:nvCxnSpPr>
        <p:spPr>
          <a:xfrm>
            <a:off x="4871975" y="1840663"/>
            <a:ext cx="0" cy="105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32"/>
          <p:cNvCxnSpPr>
            <a:stCxn id="296" idx="2"/>
          </p:cNvCxnSpPr>
          <p:nvPr/>
        </p:nvCxnSpPr>
        <p:spPr>
          <a:xfrm>
            <a:off x="4871975" y="3408275"/>
            <a:ext cx="0" cy="17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"/>
          <p:cNvSpPr txBox="1"/>
          <p:nvPr>
            <p:ph type="title"/>
          </p:nvPr>
        </p:nvSpPr>
        <p:spPr>
          <a:xfrm>
            <a:off x="1216475" y="1977150"/>
            <a:ext cx="56370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Desafio Técnico</a:t>
            </a:r>
            <a:endParaRPr/>
          </a:p>
        </p:txBody>
      </p:sp>
      <p:sp>
        <p:nvSpPr>
          <p:cNvPr id="340" name="Google Shape;340;p33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Inconsistência de largura de bits (Bitwidth Consistency) e falsos positivos</a:t>
            </a:r>
            <a:endParaRPr/>
          </a:p>
        </p:txBody>
      </p:sp>
      <p:sp>
        <p:nvSpPr>
          <p:cNvPr id="341" name="Google Shape;341;p33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"/>
          <p:cNvSpPr txBox="1"/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Desafio Técnico</a:t>
            </a:r>
            <a:endParaRPr/>
          </a:p>
        </p:txBody>
      </p:sp>
      <p:sp>
        <p:nvSpPr>
          <p:cNvPr id="347" name="Google Shape;347;p34"/>
          <p:cNvSpPr txBox="1"/>
          <p:nvPr>
            <p:ph idx="1" type="subTitle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Hardware (VHDL) usa vetores finitos (ex: 8 bits); o Software (C) usa inteiros de arquitetura (32/64 bits).</a:t>
            </a:r>
            <a:endParaRPr/>
          </a:p>
        </p:txBody>
      </p:sp>
      <p:sp>
        <p:nvSpPr>
          <p:cNvPr id="348" name="Google Shape;348;p34"/>
          <p:cNvSpPr txBox="1"/>
          <p:nvPr>
            <p:ph idx="2" type="subTitle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Falsos positivos de </a:t>
            </a:r>
            <a:r>
              <a:rPr i="1" lang="en"/>
              <a:t>overflow</a:t>
            </a:r>
            <a:r>
              <a:rPr lang="en"/>
              <a:t>. O software alerta erro onde o hardware apenas realiza </a:t>
            </a:r>
            <a:r>
              <a:rPr i="1" lang="en"/>
              <a:t>wrap-around</a:t>
            </a:r>
            <a:r>
              <a:rPr lang="en"/>
              <a:t> (volta ao zero).</a:t>
            </a:r>
            <a:endParaRPr/>
          </a:p>
        </p:txBody>
      </p:sp>
      <p:sp>
        <p:nvSpPr>
          <p:cNvPr id="349" name="Google Shape;349;p34"/>
          <p:cNvSpPr txBox="1"/>
          <p:nvPr>
            <p:ph idx="3" type="subTitle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discrepância matemática inviabiliza a confiança na verificação automática.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4"/>
          <p:cNvSpPr txBox="1"/>
          <p:nvPr>
            <p:ph idx="4" type="subTitle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Inconsistência de Largura de Bits</a:t>
            </a:r>
            <a:endParaRPr/>
          </a:p>
        </p:txBody>
      </p:sp>
      <p:sp>
        <p:nvSpPr>
          <p:cNvPr id="351" name="Google Shape;351;p34"/>
          <p:cNvSpPr txBox="1"/>
          <p:nvPr>
            <p:ph idx="5" type="subTitle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Erro Gerado</a:t>
            </a:r>
            <a:endParaRPr/>
          </a:p>
        </p:txBody>
      </p:sp>
      <p:sp>
        <p:nvSpPr>
          <p:cNvPr id="352" name="Google Shape;352;p34"/>
          <p:cNvSpPr txBox="1"/>
          <p:nvPr>
            <p:ph idx="6" type="subTitle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Impacto</a:t>
            </a:r>
            <a:endParaRPr/>
          </a:p>
        </p:txBody>
      </p:sp>
      <p:grpSp>
        <p:nvGrpSpPr>
          <p:cNvPr id="353" name="Google Shape;353;p34"/>
          <p:cNvGrpSpPr/>
          <p:nvPr/>
        </p:nvGrpSpPr>
        <p:grpSpPr>
          <a:xfrm>
            <a:off x="1103963" y="3625800"/>
            <a:ext cx="345000" cy="343975"/>
            <a:chOff x="1799738" y="3074500"/>
            <a:chExt cx="345000" cy="343975"/>
          </a:xfrm>
        </p:grpSpPr>
        <p:sp>
          <p:nvSpPr>
            <p:cNvPr id="354" name="Google Shape;354;p34"/>
            <p:cNvSpPr/>
            <p:nvPr/>
          </p:nvSpPr>
          <p:spPr>
            <a:xfrm>
              <a:off x="1799738" y="3272100"/>
              <a:ext cx="345000" cy="146375"/>
            </a:xfrm>
            <a:custGeom>
              <a:rect b="b" l="l" r="r" t="t"/>
              <a:pathLst>
                <a:path extrusionOk="0" h="5855" w="13800">
                  <a:moveTo>
                    <a:pt x="5424" y="595"/>
                  </a:moveTo>
                  <a:cubicBezTo>
                    <a:pt x="6070" y="595"/>
                    <a:pt x="6582" y="1149"/>
                    <a:pt x="6582" y="1795"/>
                  </a:cubicBezTo>
                  <a:lnTo>
                    <a:pt x="6582" y="2779"/>
                  </a:lnTo>
                  <a:cubicBezTo>
                    <a:pt x="6193" y="2523"/>
                    <a:pt x="5772" y="2389"/>
                    <a:pt x="5301" y="2389"/>
                  </a:cubicBezTo>
                  <a:lnTo>
                    <a:pt x="1067" y="2389"/>
                  </a:lnTo>
                  <a:lnTo>
                    <a:pt x="1067" y="1795"/>
                  </a:lnTo>
                  <a:cubicBezTo>
                    <a:pt x="1067" y="1497"/>
                    <a:pt x="1282" y="1241"/>
                    <a:pt x="1579" y="1241"/>
                  </a:cubicBezTo>
                  <a:cubicBezTo>
                    <a:pt x="2656" y="1241"/>
                    <a:pt x="3763" y="1067"/>
                    <a:pt x="4788" y="729"/>
                  </a:cubicBezTo>
                  <a:lnTo>
                    <a:pt x="4870" y="729"/>
                  </a:lnTo>
                  <a:cubicBezTo>
                    <a:pt x="5085" y="636"/>
                    <a:pt x="5219" y="595"/>
                    <a:pt x="5424" y="595"/>
                  </a:cubicBezTo>
                  <a:close/>
                  <a:moveTo>
                    <a:pt x="8417" y="595"/>
                  </a:moveTo>
                  <a:cubicBezTo>
                    <a:pt x="8591" y="595"/>
                    <a:pt x="8714" y="636"/>
                    <a:pt x="8930" y="729"/>
                  </a:cubicBezTo>
                  <a:lnTo>
                    <a:pt x="9012" y="729"/>
                  </a:lnTo>
                  <a:cubicBezTo>
                    <a:pt x="10037" y="1067"/>
                    <a:pt x="11113" y="1241"/>
                    <a:pt x="12220" y="1241"/>
                  </a:cubicBezTo>
                  <a:cubicBezTo>
                    <a:pt x="12518" y="1241"/>
                    <a:pt x="12733" y="1497"/>
                    <a:pt x="12733" y="1579"/>
                  </a:cubicBezTo>
                  <a:lnTo>
                    <a:pt x="12733" y="2389"/>
                  </a:lnTo>
                  <a:lnTo>
                    <a:pt x="8458" y="2389"/>
                  </a:lnTo>
                  <a:cubicBezTo>
                    <a:pt x="8038" y="2389"/>
                    <a:pt x="7566" y="2523"/>
                    <a:pt x="7177" y="2779"/>
                  </a:cubicBezTo>
                  <a:lnTo>
                    <a:pt x="7177" y="1795"/>
                  </a:lnTo>
                  <a:cubicBezTo>
                    <a:pt x="7177" y="1149"/>
                    <a:pt x="7730" y="595"/>
                    <a:pt x="8417" y="595"/>
                  </a:cubicBezTo>
                  <a:close/>
                  <a:moveTo>
                    <a:pt x="13205" y="2984"/>
                  </a:moveTo>
                  <a:lnTo>
                    <a:pt x="13205" y="4142"/>
                  </a:lnTo>
                  <a:lnTo>
                    <a:pt x="8243" y="4142"/>
                  </a:lnTo>
                  <a:cubicBezTo>
                    <a:pt x="7946" y="4142"/>
                    <a:pt x="7689" y="4358"/>
                    <a:pt x="7648" y="4655"/>
                  </a:cubicBezTo>
                  <a:cubicBezTo>
                    <a:pt x="7566" y="4993"/>
                    <a:pt x="7269" y="5290"/>
                    <a:pt x="6879" y="5290"/>
                  </a:cubicBezTo>
                  <a:cubicBezTo>
                    <a:pt x="6541" y="5290"/>
                    <a:pt x="6193" y="4993"/>
                    <a:pt x="6152" y="4655"/>
                  </a:cubicBezTo>
                  <a:cubicBezTo>
                    <a:pt x="6070" y="4358"/>
                    <a:pt x="5813" y="4142"/>
                    <a:pt x="5516" y="4142"/>
                  </a:cubicBezTo>
                  <a:lnTo>
                    <a:pt x="605" y="4142"/>
                  </a:lnTo>
                  <a:lnTo>
                    <a:pt x="605" y="2984"/>
                  </a:lnTo>
                  <a:lnTo>
                    <a:pt x="5301" y="2984"/>
                  </a:lnTo>
                  <a:cubicBezTo>
                    <a:pt x="5813" y="2984"/>
                    <a:pt x="6326" y="3199"/>
                    <a:pt x="6664" y="3548"/>
                  </a:cubicBezTo>
                  <a:cubicBezTo>
                    <a:pt x="6731" y="3609"/>
                    <a:pt x="6818" y="3640"/>
                    <a:pt x="6899" y="3640"/>
                  </a:cubicBezTo>
                  <a:cubicBezTo>
                    <a:pt x="6979" y="3640"/>
                    <a:pt x="7054" y="3609"/>
                    <a:pt x="7095" y="3548"/>
                  </a:cubicBezTo>
                  <a:cubicBezTo>
                    <a:pt x="7474" y="3199"/>
                    <a:pt x="7987" y="2984"/>
                    <a:pt x="8499" y="2984"/>
                  </a:cubicBezTo>
                  <a:close/>
                  <a:moveTo>
                    <a:pt x="5383" y="1"/>
                  </a:moveTo>
                  <a:cubicBezTo>
                    <a:pt x="5085" y="1"/>
                    <a:pt x="4870" y="83"/>
                    <a:pt x="4655" y="124"/>
                  </a:cubicBezTo>
                  <a:cubicBezTo>
                    <a:pt x="4614" y="165"/>
                    <a:pt x="4614" y="165"/>
                    <a:pt x="4573" y="165"/>
                  </a:cubicBezTo>
                  <a:cubicBezTo>
                    <a:pt x="3589" y="513"/>
                    <a:pt x="2605" y="636"/>
                    <a:pt x="1579" y="636"/>
                  </a:cubicBezTo>
                  <a:cubicBezTo>
                    <a:pt x="985" y="636"/>
                    <a:pt x="472" y="1149"/>
                    <a:pt x="472" y="1795"/>
                  </a:cubicBezTo>
                  <a:lnTo>
                    <a:pt x="472" y="2389"/>
                  </a:lnTo>
                  <a:lnTo>
                    <a:pt x="298" y="2389"/>
                  </a:lnTo>
                  <a:cubicBezTo>
                    <a:pt x="134" y="2389"/>
                    <a:pt x="1" y="2564"/>
                    <a:pt x="1" y="2687"/>
                  </a:cubicBezTo>
                  <a:lnTo>
                    <a:pt x="1" y="4440"/>
                  </a:lnTo>
                  <a:cubicBezTo>
                    <a:pt x="1" y="4614"/>
                    <a:pt x="134" y="4737"/>
                    <a:pt x="298" y="4737"/>
                  </a:cubicBezTo>
                  <a:lnTo>
                    <a:pt x="5516" y="4737"/>
                  </a:lnTo>
                  <a:cubicBezTo>
                    <a:pt x="5557" y="4737"/>
                    <a:pt x="5557" y="4737"/>
                    <a:pt x="5557" y="4778"/>
                  </a:cubicBezTo>
                  <a:cubicBezTo>
                    <a:pt x="5680" y="5424"/>
                    <a:pt x="6244" y="5854"/>
                    <a:pt x="6879" y="5854"/>
                  </a:cubicBezTo>
                  <a:cubicBezTo>
                    <a:pt x="7566" y="5854"/>
                    <a:pt x="8120" y="5424"/>
                    <a:pt x="8243" y="4778"/>
                  </a:cubicBezTo>
                  <a:lnTo>
                    <a:pt x="8243" y="4737"/>
                  </a:lnTo>
                  <a:lnTo>
                    <a:pt x="13502" y="4737"/>
                  </a:lnTo>
                  <a:cubicBezTo>
                    <a:pt x="13625" y="4737"/>
                    <a:pt x="13799" y="4614"/>
                    <a:pt x="13799" y="4440"/>
                  </a:cubicBezTo>
                  <a:lnTo>
                    <a:pt x="13799" y="2687"/>
                  </a:lnTo>
                  <a:cubicBezTo>
                    <a:pt x="13799" y="2564"/>
                    <a:pt x="13625" y="2389"/>
                    <a:pt x="13502" y="2389"/>
                  </a:cubicBezTo>
                  <a:lnTo>
                    <a:pt x="13287" y="2389"/>
                  </a:lnTo>
                  <a:lnTo>
                    <a:pt x="13287" y="1579"/>
                  </a:lnTo>
                  <a:cubicBezTo>
                    <a:pt x="13287" y="1364"/>
                    <a:pt x="13205" y="1190"/>
                    <a:pt x="13030" y="1026"/>
                  </a:cubicBezTo>
                  <a:cubicBezTo>
                    <a:pt x="12815" y="811"/>
                    <a:pt x="12477" y="636"/>
                    <a:pt x="12179" y="636"/>
                  </a:cubicBezTo>
                  <a:cubicBezTo>
                    <a:pt x="11154" y="636"/>
                    <a:pt x="10170" y="513"/>
                    <a:pt x="9186" y="165"/>
                  </a:cubicBezTo>
                  <a:cubicBezTo>
                    <a:pt x="9145" y="165"/>
                    <a:pt x="9145" y="165"/>
                    <a:pt x="9104" y="124"/>
                  </a:cubicBezTo>
                  <a:cubicBezTo>
                    <a:pt x="8889" y="83"/>
                    <a:pt x="8673" y="1"/>
                    <a:pt x="8376" y="1"/>
                  </a:cubicBezTo>
                  <a:cubicBezTo>
                    <a:pt x="7782" y="1"/>
                    <a:pt x="7218" y="339"/>
                    <a:pt x="6879" y="811"/>
                  </a:cubicBezTo>
                  <a:cubicBezTo>
                    <a:pt x="6582" y="339"/>
                    <a:pt x="6028" y="1"/>
                    <a:pt x="538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4"/>
            <p:cNvSpPr/>
            <p:nvPr/>
          </p:nvSpPr>
          <p:spPr>
            <a:xfrm>
              <a:off x="2062438" y="3124750"/>
              <a:ext cx="37450" cy="14875"/>
            </a:xfrm>
            <a:custGeom>
              <a:rect b="b" l="l" r="r" t="t"/>
              <a:pathLst>
                <a:path extrusionOk="0" h="595" w="1498">
                  <a:moveTo>
                    <a:pt x="349" y="0"/>
                  </a:moveTo>
                  <a:cubicBezTo>
                    <a:pt x="134" y="0"/>
                    <a:pt x="0" y="164"/>
                    <a:pt x="41" y="338"/>
                  </a:cubicBezTo>
                  <a:cubicBezTo>
                    <a:pt x="41" y="472"/>
                    <a:pt x="175" y="595"/>
                    <a:pt x="349" y="595"/>
                  </a:cubicBezTo>
                  <a:lnTo>
                    <a:pt x="1200" y="595"/>
                  </a:lnTo>
                  <a:cubicBezTo>
                    <a:pt x="1374" y="595"/>
                    <a:pt x="1497" y="420"/>
                    <a:pt x="1497" y="256"/>
                  </a:cubicBezTo>
                  <a:cubicBezTo>
                    <a:pt x="1497" y="123"/>
                    <a:pt x="1323" y="0"/>
                    <a:pt x="12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4"/>
            <p:cNvSpPr/>
            <p:nvPr/>
          </p:nvSpPr>
          <p:spPr>
            <a:xfrm>
              <a:off x="2050638" y="3074725"/>
              <a:ext cx="39750" cy="26450"/>
            </a:xfrm>
            <a:custGeom>
              <a:rect b="b" l="l" r="r" t="t"/>
              <a:pathLst>
                <a:path extrusionOk="0" h="1058" w="1590">
                  <a:moveTo>
                    <a:pt x="1229" y="0"/>
                  </a:moveTo>
                  <a:cubicBezTo>
                    <a:pt x="1190" y="0"/>
                    <a:pt x="1152" y="10"/>
                    <a:pt x="1118" y="33"/>
                  </a:cubicBezTo>
                  <a:lnTo>
                    <a:pt x="216" y="504"/>
                  </a:lnTo>
                  <a:cubicBezTo>
                    <a:pt x="93" y="586"/>
                    <a:pt x="1" y="761"/>
                    <a:pt x="93" y="884"/>
                  </a:cubicBezTo>
                  <a:cubicBezTo>
                    <a:pt x="134" y="1017"/>
                    <a:pt x="257" y="1058"/>
                    <a:pt x="349" y="1058"/>
                  </a:cubicBezTo>
                  <a:cubicBezTo>
                    <a:pt x="390" y="1058"/>
                    <a:pt x="431" y="1058"/>
                    <a:pt x="513" y="1017"/>
                  </a:cubicBezTo>
                  <a:lnTo>
                    <a:pt x="1375" y="545"/>
                  </a:lnTo>
                  <a:cubicBezTo>
                    <a:pt x="1498" y="504"/>
                    <a:pt x="1590" y="289"/>
                    <a:pt x="1498" y="166"/>
                  </a:cubicBezTo>
                  <a:cubicBezTo>
                    <a:pt x="1438" y="70"/>
                    <a:pt x="1331" y="0"/>
                    <a:pt x="1229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2050638" y="3163175"/>
              <a:ext cx="39750" cy="25650"/>
            </a:xfrm>
            <a:custGeom>
              <a:rect b="b" l="l" r="r" t="t"/>
              <a:pathLst>
                <a:path extrusionOk="0" h="1026" w="1590">
                  <a:moveTo>
                    <a:pt x="338" y="1"/>
                  </a:moveTo>
                  <a:cubicBezTo>
                    <a:pt x="243" y="1"/>
                    <a:pt x="148" y="55"/>
                    <a:pt x="93" y="165"/>
                  </a:cubicBezTo>
                  <a:cubicBezTo>
                    <a:pt x="1" y="298"/>
                    <a:pt x="93" y="472"/>
                    <a:pt x="216" y="554"/>
                  </a:cubicBezTo>
                  <a:lnTo>
                    <a:pt x="1118" y="985"/>
                  </a:lnTo>
                  <a:cubicBezTo>
                    <a:pt x="1159" y="1026"/>
                    <a:pt x="1200" y="1026"/>
                    <a:pt x="1241" y="1026"/>
                  </a:cubicBezTo>
                  <a:cubicBezTo>
                    <a:pt x="1334" y="1026"/>
                    <a:pt x="1457" y="985"/>
                    <a:pt x="1498" y="852"/>
                  </a:cubicBezTo>
                  <a:cubicBezTo>
                    <a:pt x="1590" y="729"/>
                    <a:pt x="1498" y="554"/>
                    <a:pt x="1375" y="472"/>
                  </a:cubicBezTo>
                  <a:lnTo>
                    <a:pt x="472" y="42"/>
                  </a:lnTo>
                  <a:cubicBezTo>
                    <a:pt x="431" y="14"/>
                    <a:pt x="385" y="1"/>
                    <a:pt x="338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1843563" y="3124750"/>
              <a:ext cx="37450" cy="14875"/>
            </a:xfrm>
            <a:custGeom>
              <a:rect b="b" l="l" r="r" t="t"/>
              <a:pathLst>
                <a:path extrusionOk="0" h="595" w="1498">
                  <a:moveTo>
                    <a:pt x="339" y="0"/>
                  </a:moveTo>
                  <a:cubicBezTo>
                    <a:pt x="134" y="0"/>
                    <a:pt x="1" y="164"/>
                    <a:pt x="42" y="338"/>
                  </a:cubicBezTo>
                  <a:cubicBezTo>
                    <a:pt x="42" y="472"/>
                    <a:pt x="175" y="595"/>
                    <a:pt x="339" y="595"/>
                  </a:cubicBezTo>
                  <a:lnTo>
                    <a:pt x="1200" y="595"/>
                  </a:lnTo>
                  <a:cubicBezTo>
                    <a:pt x="1364" y="595"/>
                    <a:pt x="1497" y="420"/>
                    <a:pt x="1497" y="256"/>
                  </a:cubicBezTo>
                  <a:cubicBezTo>
                    <a:pt x="1497" y="123"/>
                    <a:pt x="1364" y="0"/>
                    <a:pt x="12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1854338" y="3074725"/>
              <a:ext cx="38450" cy="26450"/>
            </a:xfrm>
            <a:custGeom>
              <a:rect b="b" l="l" r="r" t="t"/>
              <a:pathLst>
                <a:path extrusionOk="0" h="1058" w="1538">
                  <a:moveTo>
                    <a:pt x="355" y="0"/>
                  </a:moveTo>
                  <a:cubicBezTo>
                    <a:pt x="249" y="0"/>
                    <a:pt x="142" y="70"/>
                    <a:pt x="82" y="166"/>
                  </a:cubicBezTo>
                  <a:cubicBezTo>
                    <a:pt x="0" y="289"/>
                    <a:pt x="41" y="504"/>
                    <a:pt x="215" y="545"/>
                  </a:cubicBezTo>
                  <a:lnTo>
                    <a:pt x="1066" y="1017"/>
                  </a:lnTo>
                  <a:cubicBezTo>
                    <a:pt x="1107" y="1058"/>
                    <a:pt x="1148" y="1058"/>
                    <a:pt x="1189" y="1058"/>
                  </a:cubicBezTo>
                  <a:cubicBezTo>
                    <a:pt x="1323" y="1058"/>
                    <a:pt x="1405" y="1017"/>
                    <a:pt x="1497" y="884"/>
                  </a:cubicBezTo>
                  <a:cubicBezTo>
                    <a:pt x="1538" y="761"/>
                    <a:pt x="1497" y="586"/>
                    <a:pt x="1364" y="504"/>
                  </a:cubicBezTo>
                  <a:lnTo>
                    <a:pt x="472" y="33"/>
                  </a:lnTo>
                  <a:cubicBezTo>
                    <a:pt x="435" y="10"/>
                    <a:pt x="395" y="0"/>
                    <a:pt x="355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1854338" y="3163175"/>
              <a:ext cx="38450" cy="25650"/>
            </a:xfrm>
            <a:custGeom>
              <a:rect b="b" l="l" r="r" t="t"/>
              <a:pathLst>
                <a:path extrusionOk="0" h="1026" w="1538">
                  <a:moveTo>
                    <a:pt x="1235" y="1"/>
                  </a:moveTo>
                  <a:cubicBezTo>
                    <a:pt x="1181" y="1"/>
                    <a:pt x="1124" y="14"/>
                    <a:pt x="1066" y="42"/>
                  </a:cubicBezTo>
                  <a:lnTo>
                    <a:pt x="215" y="472"/>
                  </a:lnTo>
                  <a:cubicBezTo>
                    <a:pt x="41" y="554"/>
                    <a:pt x="0" y="729"/>
                    <a:pt x="82" y="852"/>
                  </a:cubicBezTo>
                  <a:cubicBezTo>
                    <a:pt x="123" y="985"/>
                    <a:pt x="215" y="1026"/>
                    <a:pt x="338" y="1026"/>
                  </a:cubicBezTo>
                  <a:cubicBezTo>
                    <a:pt x="379" y="1026"/>
                    <a:pt x="421" y="1026"/>
                    <a:pt x="472" y="985"/>
                  </a:cubicBezTo>
                  <a:lnTo>
                    <a:pt x="1364" y="554"/>
                  </a:lnTo>
                  <a:cubicBezTo>
                    <a:pt x="1497" y="472"/>
                    <a:pt x="1538" y="298"/>
                    <a:pt x="1497" y="165"/>
                  </a:cubicBezTo>
                  <a:cubicBezTo>
                    <a:pt x="1435" y="55"/>
                    <a:pt x="1342" y="1"/>
                    <a:pt x="1235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1916088" y="3074500"/>
              <a:ext cx="113300" cy="174100"/>
            </a:xfrm>
            <a:custGeom>
              <a:rect b="b" l="l" r="r" t="t"/>
              <a:pathLst>
                <a:path extrusionOk="0" h="6964" w="4532">
                  <a:moveTo>
                    <a:pt x="2225" y="595"/>
                  </a:moveTo>
                  <a:cubicBezTo>
                    <a:pt x="3169" y="595"/>
                    <a:pt x="3937" y="1364"/>
                    <a:pt x="3937" y="2307"/>
                  </a:cubicBezTo>
                  <a:cubicBezTo>
                    <a:pt x="3937" y="2687"/>
                    <a:pt x="3804" y="3035"/>
                    <a:pt x="3548" y="3333"/>
                  </a:cubicBezTo>
                  <a:cubicBezTo>
                    <a:pt x="3210" y="3763"/>
                    <a:pt x="2994" y="4276"/>
                    <a:pt x="2871" y="4870"/>
                  </a:cubicBezTo>
                  <a:lnTo>
                    <a:pt x="1631" y="4870"/>
                  </a:lnTo>
                  <a:cubicBezTo>
                    <a:pt x="1498" y="4317"/>
                    <a:pt x="1282" y="3804"/>
                    <a:pt x="903" y="3333"/>
                  </a:cubicBezTo>
                  <a:cubicBezTo>
                    <a:pt x="688" y="3035"/>
                    <a:pt x="565" y="2687"/>
                    <a:pt x="565" y="2307"/>
                  </a:cubicBezTo>
                  <a:cubicBezTo>
                    <a:pt x="565" y="1364"/>
                    <a:pt x="1333" y="595"/>
                    <a:pt x="2225" y="595"/>
                  </a:cubicBezTo>
                  <a:close/>
                  <a:moveTo>
                    <a:pt x="2820" y="5424"/>
                  </a:moveTo>
                  <a:lnTo>
                    <a:pt x="2820" y="5813"/>
                  </a:lnTo>
                  <a:cubicBezTo>
                    <a:pt x="2820" y="6111"/>
                    <a:pt x="2564" y="6367"/>
                    <a:pt x="2266" y="6367"/>
                  </a:cubicBezTo>
                  <a:cubicBezTo>
                    <a:pt x="1928" y="6367"/>
                    <a:pt x="1672" y="6111"/>
                    <a:pt x="1672" y="5813"/>
                  </a:cubicBezTo>
                  <a:lnTo>
                    <a:pt x="1672" y="5424"/>
                  </a:lnTo>
                  <a:close/>
                  <a:moveTo>
                    <a:pt x="2225" y="1"/>
                  </a:moveTo>
                  <a:cubicBezTo>
                    <a:pt x="1631" y="1"/>
                    <a:pt x="1077" y="257"/>
                    <a:pt x="647" y="688"/>
                  </a:cubicBezTo>
                  <a:cubicBezTo>
                    <a:pt x="216" y="1108"/>
                    <a:pt x="1" y="1713"/>
                    <a:pt x="1" y="2307"/>
                  </a:cubicBezTo>
                  <a:cubicBezTo>
                    <a:pt x="1" y="2820"/>
                    <a:pt x="134" y="3292"/>
                    <a:pt x="472" y="3671"/>
                  </a:cubicBezTo>
                  <a:cubicBezTo>
                    <a:pt x="770" y="4101"/>
                    <a:pt x="985" y="4614"/>
                    <a:pt x="1077" y="5086"/>
                  </a:cubicBezTo>
                  <a:lnTo>
                    <a:pt x="1077" y="5168"/>
                  </a:lnTo>
                  <a:lnTo>
                    <a:pt x="1077" y="5762"/>
                  </a:lnTo>
                  <a:cubicBezTo>
                    <a:pt x="1077" y="6425"/>
                    <a:pt x="1593" y="6964"/>
                    <a:pt x="2237" y="6964"/>
                  </a:cubicBezTo>
                  <a:cubicBezTo>
                    <a:pt x="2260" y="6964"/>
                    <a:pt x="2284" y="6963"/>
                    <a:pt x="2307" y="6962"/>
                  </a:cubicBezTo>
                  <a:cubicBezTo>
                    <a:pt x="2953" y="6921"/>
                    <a:pt x="3425" y="6408"/>
                    <a:pt x="3425" y="5813"/>
                  </a:cubicBezTo>
                  <a:lnTo>
                    <a:pt x="3425" y="5168"/>
                  </a:lnTo>
                  <a:lnTo>
                    <a:pt x="3425" y="5127"/>
                  </a:lnTo>
                  <a:cubicBezTo>
                    <a:pt x="3507" y="4614"/>
                    <a:pt x="3722" y="4101"/>
                    <a:pt x="4019" y="3712"/>
                  </a:cubicBezTo>
                  <a:cubicBezTo>
                    <a:pt x="4358" y="3292"/>
                    <a:pt x="4532" y="2820"/>
                    <a:pt x="4532" y="2307"/>
                  </a:cubicBezTo>
                  <a:cubicBezTo>
                    <a:pt x="4532" y="1713"/>
                    <a:pt x="4276" y="1108"/>
                    <a:pt x="3845" y="688"/>
                  </a:cubicBezTo>
                  <a:cubicBezTo>
                    <a:pt x="3425" y="257"/>
                    <a:pt x="2871" y="1"/>
                    <a:pt x="2266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34"/>
          <p:cNvGrpSpPr/>
          <p:nvPr/>
        </p:nvGrpSpPr>
        <p:grpSpPr>
          <a:xfrm>
            <a:off x="1129588" y="2479569"/>
            <a:ext cx="293750" cy="345000"/>
            <a:chOff x="5596113" y="2520150"/>
            <a:chExt cx="293750" cy="345000"/>
          </a:xfrm>
        </p:grpSpPr>
        <p:sp>
          <p:nvSpPr>
            <p:cNvPr id="363" name="Google Shape;363;p34"/>
            <p:cNvSpPr/>
            <p:nvPr/>
          </p:nvSpPr>
          <p:spPr>
            <a:xfrm>
              <a:off x="5768088" y="2747750"/>
              <a:ext cx="70500" cy="70500"/>
            </a:xfrm>
            <a:custGeom>
              <a:rect b="b" l="l" r="r" t="t"/>
              <a:pathLst>
                <a:path extrusionOk="0" h="2820" w="2820">
                  <a:moveTo>
                    <a:pt x="2389" y="0"/>
                  </a:moveTo>
                  <a:lnTo>
                    <a:pt x="1" y="2389"/>
                  </a:lnTo>
                  <a:lnTo>
                    <a:pt x="421" y="2819"/>
                  </a:lnTo>
                  <a:lnTo>
                    <a:pt x="2820" y="431"/>
                  </a:lnTo>
                  <a:lnTo>
                    <a:pt x="2389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5596113" y="2565000"/>
              <a:ext cx="244525" cy="300150"/>
            </a:xfrm>
            <a:custGeom>
              <a:rect b="b" l="l" r="r" t="t"/>
              <a:pathLst>
                <a:path extrusionOk="0" h="12006" w="9781">
                  <a:moveTo>
                    <a:pt x="9186" y="10211"/>
                  </a:moveTo>
                  <a:lnTo>
                    <a:pt x="9186" y="10816"/>
                  </a:lnTo>
                  <a:lnTo>
                    <a:pt x="9186" y="11411"/>
                  </a:lnTo>
                  <a:lnTo>
                    <a:pt x="1241" y="11411"/>
                  </a:lnTo>
                  <a:cubicBezTo>
                    <a:pt x="893" y="11411"/>
                    <a:pt x="637" y="11154"/>
                    <a:pt x="637" y="10857"/>
                  </a:cubicBezTo>
                  <a:cubicBezTo>
                    <a:pt x="596" y="10509"/>
                    <a:pt x="893" y="10211"/>
                    <a:pt x="1190" y="10211"/>
                  </a:cubicBezTo>
                  <a:close/>
                  <a:moveTo>
                    <a:pt x="1149" y="1"/>
                  </a:moveTo>
                  <a:cubicBezTo>
                    <a:pt x="514" y="1"/>
                    <a:pt x="1" y="514"/>
                    <a:pt x="1" y="1200"/>
                  </a:cubicBezTo>
                  <a:lnTo>
                    <a:pt x="1" y="10816"/>
                  </a:lnTo>
                  <a:cubicBezTo>
                    <a:pt x="1" y="11452"/>
                    <a:pt x="555" y="12005"/>
                    <a:pt x="1190" y="12005"/>
                  </a:cubicBezTo>
                  <a:lnTo>
                    <a:pt x="9484" y="12005"/>
                  </a:lnTo>
                  <a:cubicBezTo>
                    <a:pt x="9648" y="12005"/>
                    <a:pt x="9781" y="11882"/>
                    <a:pt x="9781" y="11708"/>
                  </a:cubicBezTo>
                  <a:lnTo>
                    <a:pt x="9781" y="10816"/>
                  </a:lnTo>
                  <a:lnTo>
                    <a:pt x="9781" y="9914"/>
                  </a:lnTo>
                  <a:lnTo>
                    <a:pt x="9781" y="3804"/>
                  </a:lnTo>
                  <a:lnTo>
                    <a:pt x="9186" y="3804"/>
                  </a:lnTo>
                  <a:lnTo>
                    <a:pt x="9186" y="9658"/>
                  </a:lnTo>
                  <a:lnTo>
                    <a:pt x="1190" y="9658"/>
                  </a:lnTo>
                  <a:cubicBezTo>
                    <a:pt x="985" y="9658"/>
                    <a:pt x="770" y="9699"/>
                    <a:pt x="596" y="9791"/>
                  </a:cubicBezTo>
                  <a:lnTo>
                    <a:pt x="596" y="1200"/>
                  </a:lnTo>
                  <a:cubicBezTo>
                    <a:pt x="596" y="862"/>
                    <a:pt x="852" y="606"/>
                    <a:pt x="1149" y="606"/>
                  </a:cubicBezTo>
                  <a:lnTo>
                    <a:pt x="6275" y="606"/>
                  </a:lnTo>
                  <a:lnTo>
                    <a:pt x="6275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5661213" y="2619600"/>
              <a:ext cx="100500" cy="14900"/>
            </a:xfrm>
            <a:custGeom>
              <a:rect b="b" l="l" r="r" t="t"/>
              <a:pathLst>
                <a:path extrusionOk="0" h="596" w="4020">
                  <a:moveTo>
                    <a:pt x="339" y="0"/>
                  </a:moveTo>
                  <a:cubicBezTo>
                    <a:pt x="175" y="0"/>
                    <a:pt x="1" y="175"/>
                    <a:pt x="42" y="339"/>
                  </a:cubicBezTo>
                  <a:cubicBezTo>
                    <a:pt x="42" y="513"/>
                    <a:pt x="216" y="595"/>
                    <a:pt x="339" y="595"/>
                  </a:cubicBezTo>
                  <a:lnTo>
                    <a:pt x="3712" y="595"/>
                  </a:lnTo>
                  <a:cubicBezTo>
                    <a:pt x="3886" y="595"/>
                    <a:pt x="4019" y="431"/>
                    <a:pt x="3968" y="257"/>
                  </a:cubicBezTo>
                  <a:cubicBezTo>
                    <a:pt x="3968" y="124"/>
                    <a:pt x="3845" y="0"/>
                    <a:pt x="3671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5688888" y="2663425"/>
              <a:ext cx="60000" cy="14900"/>
            </a:xfrm>
            <a:custGeom>
              <a:rect b="b" l="l" r="r" t="t"/>
              <a:pathLst>
                <a:path extrusionOk="0" h="596" w="2400">
                  <a:moveTo>
                    <a:pt x="298" y="0"/>
                  </a:moveTo>
                  <a:cubicBezTo>
                    <a:pt x="134" y="0"/>
                    <a:pt x="1" y="165"/>
                    <a:pt x="42" y="339"/>
                  </a:cubicBezTo>
                  <a:cubicBezTo>
                    <a:pt x="42" y="472"/>
                    <a:pt x="175" y="595"/>
                    <a:pt x="350" y="595"/>
                  </a:cubicBezTo>
                  <a:lnTo>
                    <a:pt x="2051" y="595"/>
                  </a:lnTo>
                  <a:cubicBezTo>
                    <a:pt x="2267" y="595"/>
                    <a:pt x="2400" y="421"/>
                    <a:pt x="2349" y="257"/>
                  </a:cubicBezTo>
                  <a:cubicBezTo>
                    <a:pt x="2349" y="82"/>
                    <a:pt x="2226" y="0"/>
                    <a:pt x="2051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5732713" y="2520150"/>
              <a:ext cx="157150" cy="158175"/>
            </a:xfrm>
            <a:custGeom>
              <a:rect b="b" l="l" r="r" t="t"/>
              <a:pathLst>
                <a:path extrusionOk="0" h="6327" w="6286">
                  <a:moveTo>
                    <a:pt x="3158" y="606"/>
                  </a:moveTo>
                  <a:cubicBezTo>
                    <a:pt x="3507" y="606"/>
                    <a:pt x="3722" y="821"/>
                    <a:pt x="3845" y="1026"/>
                  </a:cubicBezTo>
                  <a:cubicBezTo>
                    <a:pt x="3907" y="1127"/>
                    <a:pt x="3998" y="1175"/>
                    <a:pt x="4092" y="1175"/>
                  </a:cubicBezTo>
                  <a:cubicBezTo>
                    <a:pt x="4122" y="1175"/>
                    <a:pt x="4153" y="1169"/>
                    <a:pt x="4184" y="1159"/>
                  </a:cubicBezTo>
                  <a:cubicBezTo>
                    <a:pt x="4252" y="1150"/>
                    <a:pt x="4318" y="1145"/>
                    <a:pt x="4381" y="1145"/>
                  </a:cubicBezTo>
                  <a:cubicBezTo>
                    <a:pt x="4603" y="1145"/>
                    <a:pt x="4793" y="1207"/>
                    <a:pt x="4952" y="1375"/>
                  </a:cubicBezTo>
                  <a:cubicBezTo>
                    <a:pt x="5168" y="1590"/>
                    <a:pt x="5260" y="1887"/>
                    <a:pt x="5168" y="2143"/>
                  </a:cubicBezTo>
                  <a:cubicBezTo>
                    <a:pt x="5127" y="2266"/>
                    <a:pt x="5168" y="2441"/>
                    <a:pt x="5301" y="2482"/>
                  </a:cubicBezTo>
                  <a:cubicBezTo>
                    <a:pt x="5557" y="2656"/>
                    <a:pt x="5721" y="2912"/>
                    <a:pt x="5721" y="3169"/>
                  </a:cubicBezTo>
                  <a:cubicBezTo>
                    <a:pt x="5721" y="3466"/>
                    <a:pt x="5557" y="3722"/>
                    <a:pt x="5301" y="3896"/>
                  </a:cubicBezTo>
                  <a:cubicBezTo>
                    <a:pt x="5168" y="3937"/>
                    <a:pt x="5127" y="4060"/>
                    <a:pt x="5168" y="4194"/>
                  </a:cubicBezTo>
                  <a:cubicBezTo>
                    <a:pt x="5260" y="4491"/>
                    <a:pt x="5168" y="4788"/>
                    <a:pt x="4952" y="5004"/>
                  </a:cubicBezTo>
                  <a:cubicBezTo>
                    <a:pt x="4802" y="5132"/>
                    <a:pt x="4596" y="5210"/>
                    <a:pt x="4396" y="5210"/>
                  </a:cubicBezTo>
                  <a:cubicBezTo>
                    <a:pt x="4323" y="5210"/>
                    <a:pt x="4252" y="5200"/>
                    <a:pt x="4184" y="5178"/>
                  </a:cubicBezTo>
                  <a:cubicBezTo>
                    <a:pt x="4061" y="5178"/>
                    <a:pt x="3927" y="5219"/>
                    <a:pt x="3845" y="5342"/>
                  </a:cubicBezTo>
                  <a:cubicBezTo>
                    <a:pt x="3722" y="5598"/>
                    <a:pt x="3466" y="5731"/>
                    <a:pt x="3158" y="5731"/>
                  </a:cubicBezTo>
                  <a:cubicBezTo>
                    <a:pt x="2861" y="5731"/>
                    <a:pt x="2605" y="5598"/>
                    <a:pt x="2482" y="5342"/>
                  </a:cubicBezTo>
                  <a:cubicBezTo>
                    <a:pt x="2390" y="5219"/>
                    <a:pt x="2308" y="5178"/>
                    <a:pt x="2226" y="5178"/>
                  </a:cubicBezTo>
                  <a:lnTo>
                    <a:pt x="2133" y="5178"/>
                  </a:lnTo>
                  <a:cubicBezTo>
                    <a:pt x="2054" y="5200"/>
                    <a:pt x="1978" y="5210"/>
                    <a:pt x="1905" y="5210"/>
                  </a:cubicBezTo>
                  <a:cubicBezTo>
                    <a:pt x="1703" y="5210"/>
                    <a:pt x="1523" y="5132"/>
                    <a:pt x="1364" y="5004"/>
                  </a:cubicBezTo>
                  <a:cubicBezTo>
                    <a:pt x="1159" y="4788"/>
                    <a:pt x="1067" y="4491"/>
                    <a:pt x="1159" y="4194"/>
                  </a:cubicBezTo>
                  <a:cubicBezTo>
                    <a:pt x="1200" y="4060"/>
                    <a:pt x="1108" y="3937"/>
                    <a:pt x="1026" y="3896"/>
                  </a:cubicBezTo>
                  <a:cubicBezTo>
                    <a:pt x="770" y="3722"/>
                    <a:pt x="596" y="3466"/>
                    <a:pt x="596" y="3169"/>
                  </a:cubicBezTo>
                  <a:cubicBezTo>
                    <a:pt x="596" y="2912"/>
                    <a:pt x="770" y="2656"/>
                    <a:pt x="1026" y="2482"/>
                  </a:cubicBezTo>
                  <a:cubicBezTo>
                    <a:pt x="1108" y="2441"/>
                    <a:pt x="1200" y="2266"/>
                    <a:pt x="1159" y="2143"/>
                  </a:cubicBezTo>
                  <a:cubicBezTo>
                    <a:pt x="1067" y="1887"/>
                    <a:pt x="1159" y="1590"/>
                    <a:pt x="1364" y="1375"/>
                  </a:cubicBezTo>
                  <a:cubicBezTo>
                    <a:pt x="1532" y="1207"/>
                    <a:pt x="1724" y="1145"/>
                    <a:pt x="1941" y="1145"/>
                  </a:cubicBezTo>
                  <a:cubicBezTo>
                    <a:pt x="2003" y="1145"/>
                    <a:pt x="2067" y="1150"/>
                    <a:pt x="2133" y="1159"/>
                  </a:cubicBezTo>
                  <a:cubicBezTo>
                    <a:pt x="2166" y="1169"/>
                    <a:pt x="2198" y="1175"/>
                    <a:pt x="2230" y="1175"/>
                  </a:cubicBezTo>
                  <a:cubicBezTo>
                    <a:pt x="2325" y="1175"/>
                    <a:pt x="2412" y="1127"/>
                    <a:pt x="2482" y="1026"/>
                  </a:cubicBezTo>
                  <a:cubicBezTo>
                    <a:pt x="2605" y="770"/>
                    <a:pt x="2902" y="606"/>
                    <a:pt x="3158" y="606"/>
                  </a:cubicBezTo>
                  <a:close/>
                  <a:moveTo>
                    <a:pt x="3210" y="1"/>
                  </a:moveTo>
                  <a:cubicBezTo>
                    <a:pt x="2779" y="1"/>
                    <a:pt x="2349" y="216"/>
                    <a:pt x="2051" y="565"/>
                  </a:cubicBezTo>
                  <a:cubicBezTo>
                    <a:pt x="1998" y="558"/>
                    <a:pt x="1944" y="554"/>
                    <a:pt x="1889" y="554"/>
                  </a:cubicBezTo>
                  <a:cubicBezTo>
                    <a:pt x="1554" y="554"/>
                    <a:pt x="1200" y="688"/>
                    <a:pt x="944" y="944"/>
                  </a:cubicBezTo>
                  <a:cubicBezTo>
                    <a:pt x="647" y="1282"/>
                    <a:pt x="473" y="1672"/>
                    <a:pt x="555" y="2102"/>
                  </a:cubicBezTo>
                  <a:cubicBezTo>
                    <a:pt x="216" y="2359"/>
                    <a:pt x="1" y="2738"/>
                    <a:pt x="1" y="3169"/>
                  </a:cubicBezTo>
                  <a:cubicBezTo>
                    <a:pt x="1" y="3589"/>
                    <a:pt x="216" y="4019"/>
                    <a:pt x="555" y="4276"/>
                  </a:cubicBezTo>
                  <a:cubicBezTo>
                    <a:pt x="473" y="4706"/>
                    <a:pt x="647" y="5086"/>
                    <a:pt x="944" y="5383"/>
                  </a:cubicBezTo>
                  <a:cubicBezTo>
                    <a:pt x="1211" y="5659"/>
                    <a:pt x="1586" y="5820"/>
                    <a:pt x="1964" y="5820"/>
                  </a:cubicBezTo>
                  <a:cubicBezTo>
                    <a:pt x="2007" y="5820"/>
                    <a:pt x="2050" y="5818"/>
                    <a:pt x="2092" y="5813"/>
                  </a:cubicBezTo>
                  <a:cubicBezTo>
                    <a:pt x="2349" y="6111"/>
                    <a:pt x="2738" y="6326"/>
                    <a:pt x="3158" y="6326"/>
                  </a:cubicBezTo>
                  <a:cubicBezTo>
                    <a:pt x="3589" y="6326"/>
                    <a:pt x="3979" y="6111"/>
                    <a:pt x="4235" y="5813"/>
                  </a:cubicBezTo>
                  <a:cubicBezTo>
                    <a:pt x="4278" y="5818"/>
                    <a:pt x="4320" y="5820"/>
                    <a:pt x="4363" y="5820"/>
                  </a:cubicBezTo>
                  <a:cubicBezTo>
                    <a:pt x="4741" y="5820"/>
                    <a:pt x="5116" y="5659"/>
                    <a:pt x="5383" y="5383"/>
                  </a:cubicBezTo>
                  <a:cubicBezTo>
                    <a:pt x="5680" y="5086"/>
                    <a:pt x="5814" y="4706"/>
                    <a:pt x="5773" y="4276"/>
                  </a:cubicBezTo>
                  <a:cubicBezTo>
                    <a:pt x="6111" y="4019"/>
                    <a:pt x="6285" y="3589"/>
                    <a:pt x="6285" y="3169"/>
                  </a:cubicBezTo>
                  <a:cubicBezTo>
                    <a:pt x="6285" y="2738"/>
                    <a:pt x="6111" y="2359"/>
                    <a:pt x="5773" y="2102"/>
                  </a:cubicBezTo>
                  <a:cubicBezTo>
                    <a:pt x="5814" y="1672"/>
                    <a:pt x="5680" y="1282"/>
                    <a:pt x="5383" y="944"/>
                  </a:cubicBezTo>
                  <a:cubicBezTo>
                    <a:pt x="5127" y="688"/>
                    <a:pt x="4773" y="554"/>
                    <a:pt x="4412" y="554"/>
                  </a:cubicBezTo>
                  <a:cubicBezTo>
                    <a:pt x="4353" y="554"/>
                    <a:pt x="4294" y="558"/>
                    <a:pt x="4235" y="565"/>
                  </a:cubicBezTo>
                  <a:cubicBezTo>
                    <a:pt x="3979" y="216"/>
                    <a:pt x="3589" y="1"/>
                    <a:pt x="321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5787313" y="2575525"/>
              <a:ext cx="48975" cy="48450"/>
            </a:xfrm>
            <a:custGeom>
              <a:rect b="b" l="l" r="r" t="t"/>
              <a:pathLst>
                <a:path extrusionOk="0" h="1938" w="1959">
                  <a:moveTo>
                    <a:pt x="1620" y="0"/>
                  </a:moveTo>
                  <a:cubicBezTo>
                    <a:pt x="1546" y="0"/>
                    <a:pt x="1472" y="31"/>
                    <a:pt x="1405" y="93"/>
                  </a:cubicBezTo>
                  <a:lnTo>
                    <a:pt x="124" y="1425"/>
                  </a:lnTo>
                  <a:cubicBezTo>
                    <a:pt x="1" y="1548"/>
                    <a:pt x="1" y="1722"/>
                    <a:pt x="124" y="1845"/>
                  </a:cubicBezTo>
                  <a:cubicBezTo>
                    <a:pt x="165" y="1887"/>
                    <a:pt x="257" y="1938"/>
                    <a:pt x="339" y="1938"/>
                  </a:cubicBezTo>
                  <a:cubicBezTo>
                    <a:pt x="380" y="1938"/>
                    <a:pt x="462" y="1887"/>
                    <a:pt x="513" y="1845"/>
                  </a:cubicBezTo>
                  <a:lnTo>
                    <a:pt x="1836" y="523"/>
                  </a:lnTo>
                  <a:cubicBezTo>
                    <a:pt x="1959" y="400"/>
                    <a:pt x="1959" y="226"/>
                    <a:pt x="1836" y="93"/>
                  </a:cubicBezTo>
                  <a:cubicBezTo>
                    <a:pt x="1769" y="31"/>
                    <a:pt x="1695" y="0"/>
                    <a:pt x="162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5780913" y="2570400"/>
              <a:ext cx="17950" cy="15150"/>
            </a:xfrm>
            <a:custGeom>
              <a:rect b="b" l="l" r="r" t="t"/>
              <a:pathLst>
                <a:path extrusionOk="0" h="606" w="718">
                  <a:moveTo>
                    <a:pt x="339" y="0"/>
                  </a:moveTo>
                  <a:cubicBezTo>
                    <a:pt x="257" y="0"/>
                    <a:pt x="164" y="41"/>
                    <a:pt x="123" y="133"/>
                  </a:cubicBezTo>
                  <a:cubicBezTo>
                    <a:pt x="0" y="390"/>
                    <a:pt x="123" y="605"/>
                    <a:pt x="339" y="605"/>
                  </a:cubicBezTo>
                  <a:cubicBezTo>
                    <a:pt x="554" y="605"/>
                    <a:pt x="718" y="390"/>
                    <a:pt x="636" y="174"/>
                  </a:cubicBezTo>
                  <a:cubicBezTo>
                    <a:pt x="595" y="92"/>
                    <a:pt x="462" y="0"/>
                    <a:pt x="38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5824488" y="2614225"/>
              <a:ext cx="18200" cy="14875"/>
            </a:xfrm>
            <a:custGeom>
              <a:rect b="b" l="l" r="r" t="t"/>
              <a:pathLst>
                <a:path extrusionOk="0" h="595" w="728">
                  <a:moveTo>
                    <a:pt x="349" y="0"/>
                  </a:moveTo>
                  <a:cubicBezTo>
                    <a:pt x="256" y="0"/>
                    <a:pt x="174" y="41"/>
                    <a:pt x="92" y="133"/>
                  </a:cubicBezTo>
                  <a:cubicBezTo>
                    <a:pt x="0" y="390"/>
                    <a:pt x="133" y="595"/>
                    <a:pt x="349" y="595"/>
                  </a:cubicBezTo>
                  <a:cubicBezTo>
                    <a:pt x="564" y="595"/>
                    <a:pt x="728" y="390"/>
                    <a:pt x="646" y="174"/>
                  </a:cubicBezTo>
                  <a:cubicBezTo>
                    <a:pt x="605" y="41"/>
                    <a:pt x="472" y="0"/>
                    <a:pt x="39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1" name="Google Shape;371;p34"/>
          <p:cNvGrpSpPr/>
          <p:nvPr/>
        </p:nvGrpSpPr>
        <p:grpSpPr>
          <a:xfrm>
            <a:off x="1104613" y="1334613"/>
            <a:ext cx="343700" cy="343725"/>
            <a:chOff x="5493613" y="1976825"/>
            <a:chExt cx="343700" cy="343725"/>
          </a:xfrm>
        </p:grpSpPr>
        <p:sp>
          <p:nvSpPr>
            <p:cNvPr id="372" name="Google Shape;372;p34"/>
            <p:cNvSpPr/>
            <p:nvPr/>
          </p:nvSpPr>
          <p:spPr>
            <a:xfrm>
              <a:off x="5493613" y="1976825"/>
              <a:ext cx="343700" cy="255050"/>
            </a:xfrm>
            <a:custGeom>
              <a:rect b="b" l="l" r="r" t="t"/>
              <a:pathLst>
                <a:path extrusionOk="0" h="10202" w="13748">
                  <a:moveTo>
                    <a:pt x="298" y="1"/>
                  </a:moveTo>
                  <a:cubicBezTo>
                    <a:pt x="123" y="1"/>
                    <a:pt x="0" y="124"/>
                    <a:pt x="0" y="257"/>
                  </a:cubicBezTo>
                  <a:lnTo>
                    <a:pt x="0" y="8202"/>
                  </a:lnTo>
                  <a:lnTo>
                    <a:pt x="0" y="9945"/>
                  </a:lnTo>
                  <a:cubicBezTo>
                    <a:pt x="0" y="10078"/>
                    <a:pt x="123" y="10201"/>
                    <a:pt x="298" y="10201"/>
                  </a:cubicBezTo>
                  <a:lnTo>
                    <a:pt x="4265" y="10201"/>
                  </a:lnTo>
                  <a:lnTo>
                    <a:pt x="4265" y="9647"/>
                  </a:lnTo>
                  <a:lnTo>
                    <a:pt x="595" y="9647"/>
                  </a:lnTo>
                  <a:lnTo>
                    <a:pt x="595" y="8499"/>
                  </a:lnTo>
                  <a:lnTo>
                    <a:pt x="4614" y="8499"/>
                  </a:lnTo>
                  <a:lnTo>
                    <a:pt x="4614" y="7894"/>
                  </a:lnTo>
                  <a:lnTo>
                    <a:pt x="595" y="7894"/>
                  </a:lnTo>
                  <a:lnTo>
                    <a:pt x="595" y="554"/>
                  </a:lnTo>
                  <a:lnTo>
                    <a:pt x="5126" y="554"/>
                  </a:lnTo>
                  <a:cubicBezTo>
                    <a:pt x="5680" y="554"/>
                    <a:pt x="6233" y="811"/>
                    <a:pt x="6572" y="1231"/>
                  </a:cubicBezTo>
                  <a:lnTo>
                    <a:pt x="6572" y="6869"/>
                  </a:lnTo>
                  <a:lnTo>
                    <a:pt x="7176" y="6869"/>
                  </a:lnTo>
                  <a:lnTo>
                    <a:pt x="7176" y="1231"/>
                  </a:lnTo>
                  <a:cubicBezTo>
                    <a:pt x="7515" y="811"/>
                    <a:pt x="8068" y="554"/>
                    <a:pt x="8622" y="554"/>
                  </a:cubicBezTo>
                  <a:lnTo>
                    <a:pt x="13153" y="554"/>
                  </a:lnTo>
                  <a:lnTo>
                    <a:pt x="13153" y="7894"/>
                  </a:lnTo>
                  <a:lnTo>
                    <a:pt x="9134" y="7894"/>
                  </a:lnTo>
                  <a:lnTo>
                    <a:pt x="9134" y="8499"/>
                  </a:lnTo>
                  <a:lnTo>
                    <a:pt x="13153" y="8499"/>
                  </a:lnTo>
                  <a:lnTo>
                    <a:pt x="13153" y="9647"/>
                  </a:lnTo>
                  <a:lnTo>
                    <a:pt x="9442" y="9647"/>
                  </a:lnTo>
                  <a:lnTo>
                    <a:pt x="9442" y="10201"/>
                  </a:lnTo>
                  <a:lnTo>
                    <a:pt x="13450" y="10201"/>
                  </a:lnTo>
                  <a:cubicBezTo>
                    <a:pt x="13625" y="10201"/>
                    <a:pt x="13748" y="10078"/>
                    <a:pt x="13748" y="9945"/>
                  </a:cubicBezTo>
                  <a:lnTo>
                    <a:pt x="13748" y="8202"/>
                  </a:lnTo>
                  <a:lnTo>
                    <a:pt x="13748" y="257"/>
                  </a:lnTo>
                  <a:cubicBezTo>
                    <a:pt x="13748" y="124"/>
                    <a:pt x="13625" y="1"/>
                    <a:pt x="13450" y="1"/>
                  </a:cubicBezTo>
                  <a:lnTo>
                    <a:pt x="8622" y="1"/>
                  </a:lnTo>
                  <a:cubicBezTo>
                    <a:pt x="7986" y="1"/>
                    <a:pt x="7340" y="257"/>
                    <a:pt x="6879" y="677"/>
                  </a:cubicBezTo>
                  <a:cubicBezTo>
                    <a:pt x="6408" y="257"/>
                    <a:pt x="5762" y="1"/>
                    <a:pt x="5126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5701713" y="2026800"/>
              <a:ext cx="92025" cy="15150"/>
            </a:xfrm>
            <a:custGeom>
              <a:rect b="b" l="l" r="r" t="t"/>
              <a:pathLst>
                <a:path extrusionOk="0" h="606" w="3681">
                  <a:moveTo>
                    <a:pt x="298" y="1"/>
                  </a:moveTo>
                  <a:cubicBezTo>
                    <a:pt x="134" y="1"/>
                    <a:pt x="1" y="175"/>
                    <a:pt x="1" y="349"/>
                  </a:cubicBezTo>
                  <a:cubicBezTo>
                    <a:pt x="42" y="513"/>
                    <a:pt x="175" y="606"/>
                    <a:pt x="298" y="606"/>
                  </a:cubicBezTo>
                  <a:lnTo>
                    <a:pt x="3373" y="606"/>
                  </a:lnTo>
                  <a:cubicBezTo>
                    <a:pt x="3548" y="606"/>
                    <a:pt x="3681" y="472"/>
                    <a:pt x="3681" y="257"/>
                  </a:cubicBezTo>
                  <a:cubicBezTo>
                    <a:pt x="3630" y="134"/>
                    <a:pt x="3507" y="1"/>
                    <a:pt x="3373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5537438" y="2026800"/>
              <a:ext cx="92800" cy="15150"/>
            </a:xfrm>
            <a:custGeom>
              <a:rect b="b" l="l" r="r" t="t"/>
              <a:pathLst>
                <a:path extrusionOk="0" h="606" w="3712">
                  <a:moveTo>
                    <a:pt x="298" y="1"/>
                  </a:moveTo>
                  <a:cubicBezTo>
                    <a:pt x="123" y="1"/>
                    <a:pt x="0" y="175"/>
                    <a:pt x="41" y="349"/>
                  </a:cubicBezTo>
                  <a:cubicBezTo>
                    <a:pt x="41" y="513"/>
                    <a:pt x="164" y="606"/>
                    <a:pt x="339" y="606"/>
                  </a:cubicBezTo>
                  <a:lnTo>
                    <a:pt x="3373" y="606"/>
                  </a:lnTo>
                  <a:cubicBezTo>
                    <a:pt x="3537" y="606"/>
                    <a:pt x="3711" y="472"/>
                    <a:pt x="3670" y="257"/>
                  </a:cubicBezTo>
                  <a:cubicBezTo>
                    <a:pt x="3629" y="134"/>
                    <a:pt x="3496" y="1"/>
                    <a:pt x="337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5537438" y="2076025"/>
              <a:ext cx="92800" cy="14875"/>
            </a:xfrm>
            <a:custGeom>
              <a:rect b="b" l="l" r="r" t="t"/>
              <a:pathLst>
                <a:path extrusionOk="0" h="595" w="3712">
                  <a:moveTo>
                    <a:pt x="298" y="0"/>
                  </a:moveTo>
                  <a:cubicBezTo>
                    <a:pt x="123" y="0"/>
                    <a:pt x="0" y="174"/>
                    <a:pt x="41" y="338"/>
                  </a:cubicBezTo>
                  <a:cubicBezTo>
                    <a:pt x="41" y="513"/>
                    <a:pt x="164" y="595"/>
                    <a:pt x="339" y="595"/>
                  </a:cubicBezTo>
                  <a:lnTo>
                    <a:pt x="3373" y="595"/>
                  </a:lnTo>
                  <a:cubicBezTo>
                    <a:pt x="3537" y="595"/>
                    <a:pt x="3711" y="431"/>
                    <a:pt x="3670" y="256"/>
                  </a:cubicBezTo>
                  <a:cubicBezTo>
                    <a:pt x="3629" y="133"/>
                    <a:pt x="3496" y="0"/>
                    <a:pt x="3373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5537438" y="2125225"/>
              <a:ext cx="48975" cy="14900"/>
            </a:xfrm>
            <a:custGeom>
              <a:rect b="b" l="l" r="r" t="t"/>
              <a:pathLst>
                <a:path extrusionOk="0" h="596" w="1959">
                  <a:moveTo>
                    <a:pt x="298" y="0"/>
                  </a:moveTo>
                  <a:cubicBezTo>
                    <a:pt x="123" y="0"/>
                    <a:pt x="0" y="123"/>
                    <a:pt x="41" y="339"/>
                  </a:cubicBezTo>
                  <a:cubicBezTo>
                    <a:pt x="41" y="472"/>
                    <a:pt x="164" y="595"/>
                    <a:pt x="339" y="595"/>
                  </a:cubicBezTo>
                  <a:lnTo>
                    <a:pt x="1620" y="595"/>
                  </a:lnTo>
                  <a:cubicBezTo>
                    <a:pt x="1794" y="595"/>
                    <a:pt x="1958" y="421"/>
                    <a:pt x="1917" y="216"/>
                  </a:cubicBezTo>
                  <a:cubicBezTo>
                    <a:pt x="1876" y="82"/>
                    <a:pt x="1743" y="0"/>
                    <a:pt x="162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5701713" y="2076025"/>
              <a:ext cx="92025" cy="14875"/>
            </a:xfrm>
            <a:custGeom>
              <a:rect b="b" l="l" r="r" t="t"/>
              <a:pathLst>
                <a:path extrusionOk="0" h="595" w="3681">
                  <a:moveTo>
                    <a:pt x="298" y="0"/>
                  </a:moveTo>
                  <a:cubicBezTo>
                    <a:pt x="134" y="0"/>
                    <a:pt x="1" y="174"/>
                    <a:pt x="1" y="338"/>
                  </a:cubicBezTo>
                  <a:cubicBezTo>
                    <a:pt x="42" y="513"/>
                    <a:pt x="175" y="595"/>
                    <a:pt x="298" y="595"/>
                  </a:cubicBezTo>
                  <a:lnTo>
                    <a:pt x="3373" y="595"/>
                  </a:lnTo>
                  <a:cubicBezTo>
                    <a:pt x="3548" y="595"/>
                    <a:pt x="3681" y="431"/>
                    <a:pt x="3681" y="256"/>
                  </a:cubicBezTo>
                  <a:cubicBezTo>
                    <a:pt x="3630" y="133"/>
                    <a:pt x="3507" y="0"/>
                    <a:pt x="3373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5745538" y="2125225"/>
              <a:ext cx="48200" cy="14900"/>
            </a:xfrm>
            <a:custGeom>
              <a:rect b="b" l="l" r="r" t="t"/>
              <a:pathLst>
                <a:path extrusionOk="0" h="596" w="1928">
                  <a:moveTo>
                    <a:pt x="298" y="0"/>
                  </a:moveTo>
                  <a:cubicBezTo>
                    <a:pt x="134" y="0"/>
                    <a:pt x="1" y="123"/>
                    <a:pt x="1" y="339"/>
                  </a:cubicBezTo>
                  <a:cubicBezTo>
                    <a:pt x="42" y="472"/>
                    <a:pt x="175" y="595"/>
                    <a:pt x="298" y="595"/>
                  </a:cubicBezTo>
                  <a:lnTo>
                    <a:pt x="1620" y="595"/>
                  </a:lnTo>
                  <a:cubicBezTo>
                    <a:pt x="1795" y="595"/>
                    <a:pt x="1928" y="421"/>
                    <a:pt x="1928" y="216"/>
                  </a:cubicBezTo>
                  <a:cubicBezTo>
                    <a:pt x="1877" y="82"/>
                    <a:pt x="1754" y="0"/>
                    <a:pt x="1620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5592788" y="2141125"/>
              <a:ext cx="180450" cy="179425"/>
            </a:xfrm>
            <a:custGeom>
              <a:rect b="b" l="l" r="r" t="t"/>
              <a:pathLst>
                <a:path extrusionOk="0" h="7177" w="7218">
                  <a:moveTo>
                    <a:pt x="2912" y="605"/>
                  </a:moveTo>
                  <a:cubicBezTo>
                    <a:pt x="4194" y="605"/>
                    <a:pt x="5260" y="1630"/>
                    <a:pt x="5260" y="2952"/>
                  </a:cubicBezTo>
                  <a:cubicBezTo>
                    <a:pt x="5260" y="4234"/>
                    <a:pt x="4194" y="5259"/>
                    <a:pt x="2912" y="5259"/>
                  </a:cubicBezTo>
                  <a:cubicBezTo>
                    <a:pt x="1631" y="5259"/>
                    <a:pt x="606" y="4234"/>
                    <a:pt x="606" y="2952"/>
                  </a:cubicBezTo>
                  <a:cubicBezTo>
                    <a:pt x="606" y="1630"/>
                    <a:pt x="1631" y="605"/>
                    <a:pt x="2912" y="605"/>
                  </a:cubicBezTo>
                  <a:close/>
                  <a:moveTo>
                    <a:pt x="2912" y="0"/>
                  </a:moveTo>
                  <a:cubicBezTo>
                    <a:pt x="1282" y="0"/>
                    <a:pt x="1" y="1322"/>
                    <a:pt x="1" y="2952"/>
                  </a:cubicBezTo>
                  <a:cubicBezTo>
                    <a:pt x="1" y="4531"/>
                    <a:pt x="1282" y="5854"/>
                    <a:pt x="2912" y="5854"/>
                  </a:cubicBezTo>
                  <a:cubicBezTo>
                    <a:pt x="3589" y="5854"/>
                    <a:pt x="4276" y="5597"/>
                    <a:pt x="4747" y="5167"/>
                  </a:cubicBezTo>
                  <a:lnTo>
                    <a:pt x="6664" y="7094"/>
                  </a:lnTo>
                  <a:cubicBezTo>
                    <a:pt x="6705" y="7176"/>
                    <a:pt x="6797" y="7176"/>
                    <a:pt x="6879" y="7176"/>
                  </a:cubicBezTo>
                  <a:cubicBezTo>
                    <a:pt x="6961" y="7176"/>
                    <a:pt x="7013" y="7176"/>
                    <a:pt x="7095" y="7094"/>
                  </a:cubicBezTo>
                  <a:cubicBezTo>
                    <a:pt x="7218" y="7012"/>
                    <a:pt x="7218" y="6797"/>
                    <a:pt x="7095" y="6663"/>
                  </a:cubicBezTo>
                  <a:lnTo>
                    <a:pt x="5167" y="4787"/>
                  </a:lnTo>
                  <a:cubicBezTo>
                    <a:pt x="5598" y="4275"/>
                    <a:pt x="5813" y="3629"/>
                    <a:pt x="5813" y="2952"/>
                  </a:cubicBezTo>
                  <a:cubicBezTo>
                    <a:pt x="5813" y="1322"/>
                    <a:pt x="4532" y="0"/>
                    <a:pt x="2912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"/>
          <p:cNvSpPr txBox="1"/>
          <p:nvPr>
            <p:ph type="title"/>
          </p:nvPr>
        </p:nvSpPr>
        <p:spPr>
          <a:xfrm>
            <a:off x="1216475" y="1977150"/>
            <a:ext cx="56370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</a:t>
            </a:r>
            <a:endParaRPr/>
          </a:p>
        </p:txBody>
      </p:sp>
      <p:sp>
        <p:nvSpPr>
          <p:cNvPr id="385" name="Google Shape;385;p35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Mitigação de erros, automação do fluxo e unificação de front-end</a:t>
            </a:r>
            <a:endParaRPr/>
          </a:p>
        </p:txBody>
      </p:sp>
      <p:sp>
        <p:nvSpPr>
          <p:cNvPr id="386" name="Google Shape;386;p35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/>
          <p:nvPr/>
        </p:nvSpPr>
        <p:spPr>
          <a:xfrm>
            <a:off x="4613825" y="2891975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6"/>
          <p:cNvSpPr/>
          <p:nvPr/>
        </p:nvSpPr>
        <p:spPr>
          <a:xfrm>
            <a:off x="4613825" y="1324363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6"/>
          <p:cNvSpPr/>
          <p:nvPr/>
        </p:nvSpPr>
        <p:spPr>
          <a:xfrm>
            <a:off x="1237775" y="2891975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6"/>
          <p:cNvSpPr/>
          <p:nvPr/>
        </p:nvSpPr>
        <p:spPr>
          <a:xfrm>
            <a:off x="1237775" y="1324363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</a:t>
            </a:r>
            <a:endParaRPr/>
          </a:p>
        </p:txBody>
      </p:sp>
      <p:sp>
        <p:nvSpPr>
          <p:cNvPr id="396" name="Google Shape;396;p36"/>
          <p:cNvSpPr txBox="1"/>
          <p:nvPr>
            <p:ph idx="1" type="subTitle"/>
          </p:nvPr>
        </p:nvSpPr>
        <p:spPr>
          <a:xfrm>
            <a:off x="1762571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Eliminar erros semânticos na tradução VHDL-C.</a:t>
            </a:r>
            <a:endParaRPr/>
          </a:p>
        </p:txBody>
      </p:sp>
      <p:sp>
        <p:nvSpPr>
          <p:cNvPr id="397" name="Google Shape;397;p36"/>
          <p:cNvSpPr txBox="1"/>
          <p:nvPr>
            <p:ph idx="2" type="subTitle"/>
          </p:nvPr>
        </p:nvSpPr>
        <p:spPr>
          <a:xfrm>
            <a:off x="5132667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Orquestrar todo o fluxo (tradução, síntese e verificação) sem intervenção manual.</a:t>
            </a:r>
            <a:endParaRPr/>
          </a:p>
        </p:txBody>
      </p:sp>
      <p:sp>
        <p:nvSpPr>
          <p:cNvPr id="398" name="Google Shape;398;p36"/>
          <p:cNvSpPr txBox="1"/>
          <p:nvPr>
            <p:ph idx="3" type="subTitle"/>
          </p:nvPr>
        </p:nvSpPr>
        <p:spPr>
          <a:xfrm>
            <a:off x="1762571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Criar um </a:t>
            </a:r>
            <a:r>
              <a:rPr i="1" lang="en"/>
              <a:t>Front-end</a:t>
            </a:r>
            <a:r>
              <a:rPr lang="en"/>
              <a:t> Unificado que garanta consistência de tipos.</a:t>
            </a:r>
            <a:endParaRPr/>
          </a:p>
        </p:txBody>
      </p:sp>
      <p:sp>
        <p:nvSpPr>
          <p:cNvPr id="399" name="Google Shape;399;p36"/>
          <p:cNvSpPr txBox="1"/>
          <p:nvPr>
            <p:ph idx="4" type="subTitle"/>
          </p:nvPr>
        </p:nvSpPr>
        <p:spPr>
          <a:xfrm>
            <a:off x="5132667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Usar verificação de hardware (Symbi Yosys) em paralelo para validar a "verdade física".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6"/>
          <p:cNvSpPr txBox="1"/>
          <p:nvPr>
            <p:ph idx="5" type="subTitle"/>
          </p:nvPr>
        </p:nvSpPr>
        <p:spPr>
          <a:xfrm>
            <a:off x="1762571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Mitigação</a:t>
            </a:r>
            <a:endParaRPr/>
          </a:p>
        </p:txBody>
      </p:sp>
      <p:sp>
        <p:nvSpPr>
          <p:cNvPr id="401" name="Google Shape;401;p36"/>
          <p:cNvSpPr txBox="1"/>
          <p:nvPr>
            <p:ph idx="6" type="subTitle"/>
          </p:nvPr>
        </p:nvSpPr>
        <p:spPr>
          <a:xfrm>
            <a:off x="5132676" y="1524200"/>
            <a:ext cx="31083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Automação</a:t>
            </a:r>
            <a:endParaRPr/>
          </a:p>
        </p:txBody>
      </p:sp>
      <p:sp>
        <p:nvSpPr>
          <p:cNvPr id="402" name="Google Shape;402;p36"/>
          <p:cNvSpPr txBox="1"/>
          <p:nvPr>
            <p:ph idx="7" type="subTitle"/>
          </p:nvPr>
        </p:nvSpPr>
        <p:spPr>
          <a:xfrm>
            <a:off x="1762571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Unificação</a:t>
            </a:r>
            <a:endParaRPr/>
          </a:p>
        </p:txBody>
      </p:sp>
      <p:sp>
        <p:nvSpPr>
          <p:cNvPr id="403" name="Google Shape;403;p36"/>
          <p:cNvSpPr txBox="1"/>
          <p:nvPr>
            <p:ph idx="8" type="subTitle"/>
          </p:nvPr>
        </p:nvSpPr>
        <p:spPr>
          <a:xfrm>
            <a:off x="5132667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Contraprova</a:t>
            </a:r>
            <a:endParaRPr/>
          </a:p>
        </p:txBody>
      </p:sp>
      <p:grpSp>
        <p:nvGrpSpPr>
          <p:cNvPr id="404" name="Google Shape;404;p36"/>
          <p:cNvGrpSpPr/>
          <p:nvPr/>
        </p:nvGrpSpPr>
        <p:grpSpPr>
          <a:xfrm>
            <a:off x="4700000" y="3011600"/>
            <a:ext cx="343950" cy="277075"/>
            <a:chOff x="4735263" y="2554500"/>
            <a:chExt cx="343950" cy="277075"/>
          </a:xfrm>
        </p:grpSpPr>
        <p:sp>
          <p:nvSpPr>
            <p:cNvPr id="405" name="Google Shape;405;p36"/>
            <p:cNvSpPr/>
            <p:nvPr/>
          </p:nvSpPr>
          <p:spPr>
            <a:xfrm>
              <a:off x="4942588" y="2603450"/>
              <a:ext cx="92800" cy="15150"/>
            </a:xfrm>
            <a:custGeom>
              <a:rect b="b" l="l" r="r" t="t"/>
              <a:pathLst>
                <a:path extrusionOk="0" h="606" w="3712">
                  <a:moveTo>
                    <a:pt x="339" y="1"/>
                  </a:moveTo>
                  <a:cubicBezTo>
                    <a:pt x="165" y="1"/>
                    <a:pt x="1" y="175"/>
                    <a:pt x="42" y="349"/>
                  </a:cubicBezTo>
                  <a:cubicBezTo>
                    <a:pt x="83" y="472"/>
                    <a:pt x="216" y="605"/>
                    <a:pt x="339" y="605"/>
                  </a:cubicBezTo>
                  <a:lnTo>
                    <a:pt x="3414" y="605"/>
                  </a:lnTo>
                  <a:cubicBezTo>
                    <a:pt x="3589" y="605"/>
                    <a:pt x="3712" y="431"/>
                    <a:pt x="3671" y="257"/>
                  </a:cubicBezTo>
                  <a:cubicBezTo>
                    <a:pt x="3671" y="93"/>
                    <a:pt x="3548" y="1"/>
                    <a:pt x="3373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4833663" y="2652650"/>
              <a:ext cx="38475" cy="14900"/>
            </a:xfrm>
            <a:custGeom>
              <a:rect b="b" l="l" r="r" t="t"/>
              <a:pathLst>
                <a:path extrusionOk="0" h="596" w="1539">
                  <a:moveTo>
                    <a:pt x="339" y="1"/>
                  </a:moveTo>
                  <a:cubicBezTo>
                    <a:pt x="124" y="1"/>
                    <a:pt x="1" y="175"/>
                    <a:pt x="42" y="339"/>
                  </a:cubicBezTo>
                  <a:cubicBezTo>
                    <a:pt x="42" y="472"/>
                    <a:pt x="165" y="596"/>
                    <a:pt x="339" y="596"/>
                  </a:cubicBezTo>
                  <a:lnTo>
                    <a:pt x="1190" y="596"/>
                  </a:lnTo>
                  <a:cubicBezTo>
                    <a:pt x="1364" y="596"/>
                    <a:pt x="1538" y="431"/>
                    <a:pt x="1497" y="257"/>
                  </a:cubicBezTo>
                  <a:cubicBezTo>
                    <a:pt x="1446" y="83"/>
                    <a:pt x="1323" y="1"/>
                    <a:pt x="119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4942588" y="2652650"/>
              <a:ext cx="92800" cy="14900"/>
            </a:xfrm>
            <a:custGeom>
              <a:rect b="b" l="l" r="r" t="t"/>
              <a:pathLst>
                <a:path extrusionOk="0" h="596" w="3712">
                  <a:moveTo>
                    <a:pt x="339" y="1"/>
                  </a:moveTo>
                  <a:cubicBezTo>
                    <a:pt x="165" y="1"/>
                    <a:pt x="1" y="175"/>
                    <a:pt x="42" y="339"/>
                  </a:cubicBezTo>
                  <a:cubicBezTo>
                    <a:pt x="83" y="472"/>
                    <a:pt x="216" y="596"/>
                    <a:pt x="339" y="596"/>
                  </a:cubicBezTo>
                  <a:lnTo>
                    <a:pt x="3414" y="596"/>
                  </a:lnTo>
                  <a:cubicBezTo>
                    <a:pt x="3589" y="596"/>
                    <a:pt x="3712" y="431"/>
                    <a:pt x="3671" y="257"/>
                  </a:cubicBezTo>
                  <a:cubicBezTo>
                    <a:pt x="3671" y="83"/>
                    <a:pt x="3548" y="1"/>
                    <a:pt x="337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4942588" y="2701875"/>
              <a:ext cx="92800" cy="14875"/>
            </a:xfrm>
            <a:custGeom>
              <a:rect b="b" l="l" r="r" t="t"/>
              <a:pathLst>
                <a:path extrusionOk="0" h="595" w="3712">
                  <a:moveTo>
                    <a:pt x="339" y="0"/>
                  </a:moveTo>
                  <a:cubicBezTo>
                    <a:pt x="165" y="0"/>
                    <a:pt x="1" y="164"/>
                    <a:pt x="42" y="338"/>
                  </a:cubicBezTo>
                  <a:cubicBezTo>
                    <a:pt x="83" y="513"/>
                    <a:pt x="216" y="595"/>
                    <a:pt x="339" y="595"/>
                  </a:cubicBezTo>
                  <a:lnTo>
                    <a:pt x="3414" y="595"/>
                  </a:lnTo>
                  <a:cubicBezTo>
                    <a:pt x="3589" y="595"/>
                    <a:pt x="3712" y="472"/>
                    <a:pt x="3671" y="256"/>
                  </a:cubicBezTo>
                  <a:cubicBezTo>
                    <a:pt x="3671" y="123"/>
                    <a:pt x="3548" y="0"/>
                    <a:pt x="3373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6"/>
            <p:cNvSpPr/>
            <p:nvPr/>
          </p:nvSpPr>
          <p:spPr>
            <a:xfrm>
              <a:off x="4735263" y="2554500"/>
              <a:ext cx="343950" cy="277075"/>
            </a:xfrm>
            <a:custGeom>
              <a:rect b="b" l="l" r="r" t="t"/>
              <a:pathLst>
                <a:path extrusionOk="0" h="11083" w="13758">
                  <a:moveTo>
                    <a:pt x="1753" y="595"/>
                  </a:moveTo>
                  <a:lnTo>
                    <a:pt x="1753" y="8069"/>
                  </a:lnTo>
                  <a:lnTo>
                    <a:pt x="605" y="8069"/>
                  </a:lnTo>
                  <a:lnTo>
                    <a:pt x="605" y="595"/>
                  </a:lnTo>
                  <a:close/>
                  <a:moveTo>
                    <a:pt x="5126" y="595"/>
                  </a:moveTo>
                  <a:cubicBezTo>
                    <a:pt x="5690" y="595"/>
                    <a:pt x="6243" y="851"/>
                    <a:pt x="6582" y="1282"/>
                  </a:cubicBezTo>
                  <a:lnTo>
                    <a:pt x="6582" y="8540"/>
                  </a:lnTo>
                  <a:cubicBezTo>
                    <a:pt x="6151" y="8243"/>
                    <a:pt x="5639" y="8069"/>
                    <a:pt x="5126" y="8069"/>
                  </a:cubicBezTo>
                  <a:lnTo>
                    <a:pt x="4101" y="8069"/>
                  </a:lnTo>
                  <a:lnTo>
                    <a:pt x="4101" y="6449"/>
                  </a:lnTo>
                  <a:cubicBezTo>
                    <a:pt x="4152" y="6490"/>
                    <a:pt x="4193" y="6490"/>
                    <a:pt x="4234" y="6490"/>
                  </a:cubicBezTo>
                  <a:lnTo>
                    <a:pt x="5126" y="6490"/>
                  </a:lnTo>
                  <a:cubicBezTo>
                    <a:pt x="5259" y="6490"/>
                    <a:pt x="5382" y="6408"/>
                    <a:pt x="5433" y="6233"/>
                  </a:cubicBezTo>
                  <a:cubicBezTo>
                    <a:pt x="5433" y="6059"/>
                    <a:pt x="5300" y="5895"/>
                    <a:pt x="5126" y="5895"/>
                  </a:cubicBezTo>
                  <a:lnTo>
                    <a:pt x="4234" y="5895"/>
                  </a:lnTo>
                  <a:cubicBezTo>
                    <a:pt x="4193" y="5895"/>
                    <a:pt x="4152" y="5936"/>
                    <a:pt x="4101" y="5936"/>
                  </a:cubicBezTo>
                  <a:lnTo>
                    <a:pt x="4101" y="2522"/>
                  </a:lnTo>
                  <a:cubicBezTo>
                    <a:pt x="4152" y="2522"/>
                    <a:pt x="4193" y="2563"/>
                    <a:pt x="4234" y="2563"/>
                  </a:cubicBezTo>
                  <a:lnTo>
                    <a:pt x="5126" y="2563"/>
                  </a:lnTo>
                  <a:cubicBezTo>
                    <a:pt x="5259" y="2563"/>
                    <a:pt x="5382" y="2430"/>
                    <a:pt x="5433" y="2307"/>
                  </a:cubicBezTo>
                  <a:cubicBezTo>
                    <a:pt x="5433" y="2133"/>
                    <a:pt x="5300" y="1959"/>
                    <a:pt x="5126" y="1959"/>
                  </a:cubicBezTo>
                  <a:lnTo>
                    <a:pt x="4234" y="1959"/>
                  </a:lnTo>
                  <a:cubicBezTo>
                    <a:pt x="4193" y="1959"/>
                    <a:pt x="4152" y="1959"/>
                    <a:pt x="4101" y="2010"/>
                  </a:cubicBezTo>
                  <a:lnTo>
                    <a:pt x="4101" y="595"/>
                  </a:lnTo>
                  <a:close/>
                  <a:moveTo>
                    <a:pt x="13163" y="595"/>
                  </a:moveTo>
                  <a:lnTo>
                    <a:pt x="13163" y="8069"/>
                  </a:lnTo>
                  <a:lnTo>
                    <a:pt x="8632" y="8069"/>
                  </a:lnTo>
                  <a:cubicBezTo>
                    <a:pt x="8119" y="8069"/>
                    <a:pt x="7607" y="8243"/>
                    <a:pt x="7176" y="8540"/>
                  </a:cubicBezTo>
                  <a:lnTo>
                    <a:pt x="7176" y="1282"/>
                  </a:lnTo>
                  <a:cubicBezTo>
                    <a:pt x="7525" y="851"/>
                    <a:pt x="8078" y="595"/>
                    <a:pt x="8632" y="595"/>
                  </a:cubicBezTo>
                  <a:close/>
                  <a:moveTo>
                    <a:pt x="1753" y="8673"/>
                  </a:moveTo>
                  <a:lnTo>
                    <a:pt x="1753" y="9606"/>
                  </a:lnTo>
                  <a:lnTo>
                    <a:pt x="605" y="9606"/>
                  </a:lnTo>
                  <a:lnTo>
                    <a:pt x="605" y="8673"/>
                  </a:lnTo>
                  <a:close/>
                  <a:moveTo>
                    <a:pt x="5126" y="8673"/>
                  </a:moveTo>
                  <a:cubicBezTo>
                    <a:pt x="5556" y="8673"/>
                    <a:pt x="5987" y="8837"/>
                    <a:pt x="6325" y="9094"/>
                  </a:cubicBezTo>
                  <a:cubicBezTo>
                    <a:pt x="6110" y="9227"/>
                    <a:pt x="5946" y="9391"/>
                    <a:pt x="5813" y="9606"/>
                  </a:cubicBezTo>
                  <a:lnTo>
                    <a:pt x="4101" y="9606"/>
                  </a:lnTo>
                  <a:lnTo>
                    <a:pt x="4101" y="8673"/>
                  </a:lnTo>
                  <a:close/>
                  <a:moveTo>
                    <a:pt x="13163" y="8673"/>
                  </a:moveTo>
                  <a:lnTo>
                    <a:pt x="13163" y="9606"/>
                  </a:lnTo>
                  <a:lnTo>
                    <a:pt x="7945" y="9606"/>
                  </a:lnTo>
                  <a:cubicBezTo>
                    <a:pt x="7822" y="9391"/>
                    <a:pt x="7648" y="9227"/>
                    <a:pt x="7433" y="9094"/>
                  </a:cubicBezTo>
                  <a:cubicBezTo>
                    <a:pt x="7781" y="8837"/>
                    <a:pt x="8201" y="8673"/>
                    <a:pt x="8632" y="8673"/>
                  </a:cubicBezTo>
                  <a:close/>
                  <a:moveTo>
                    <a:pt x="3506" y="595"/>
                  </a:moveTo>
                  <a:lnTo>
                    <a:pt x="3506" y="10211"/>
                  </a:lnTo>
                  <a:lnTo>
                    <a:pt x="3127" y="9904"/>
                  </a:lnTo>
                  <a:cubicBezTo>
                    <a:pt x="3076" y="9863"/>
                    <a:pt x="2994" y="9821"/>
                    <a:pt x="2953" y="9821"/>
                  </a:cubicBezTo>
                  <a:cubicBezTo>
                    <a:pt x="2871" y="9821"/>
                    <a:pt x="2819" y="9863"/>
                    <a:pt x="2778" y="9904"/>
                  </a:cubicBezTo>
                  <a:lnTo>
                    <a:pt x="2358" y="10211"/>
                  </a:lnTo>
                  <a:lnTo>
                    <a:pt x="2358" y="595"/>
                  </a:lnTo>
                  <a:close/>
                  <a:moveTo>
                    <a:pt x="308" y="1"/>
                  </a:moveTo>
                  <a:cubicBezTo>
                    <a:pt x="133" y="1"/>
                    <a:pt x="0" y="124"/>
                    <a:pt x="0" y="298"/>
                  </a:cubicBezTo>
                  <a:lnTo>
                    <a:pt x="0" y="8366"/>
                  </a:lnTo>
                  <a:lnTo>
                    <a:pt x="0" y="9904"/>
                  </a:lnTo>
                  <a:cubicBezTo>
                    <a:pt x="0" y="10078"/>
                    <a:pt x="133" y="10211"/>
                    <a:pt x="308" y="10211"/>
                  </a:cubicBezTo>
                  <a:lnTo>
                    <a:pt x="1753" y="10211"/>
                  </a:lnTo>
                  <a:lnTo>
                    <a:pt x="1753" y="10765"/>
                  </a:lnTo>
                  <a:cubicBezTo>
                    <a:pt x="1753" y="10847"/>
                    <a:pt x="1794" y="10929"/>
                    <a:pt x="1886" y="11021"/>
                  </a:cubicBezTo>
                  <a:cubicBezTo>
                    <a:pt x="1927" y="11062"/>
                    <a:pt x="1992" y="11082"/>
                    <a:pt x="2056" y="11082"/>
                  </a:cubicBezTo>
                  <a:cubicBezTo>
                    <a:pt x="2120" y="11082"/>
                    <a:pt x="2184" y="11062"/>
                    <a:pt x="2225" y="11021"/>
                  </a:cubicBezTo>
                  <a:lnTo>
                    <a:pt x="2953" y="10508"/>
                  </a:lnTo>
                  <a:lnTo>
                    <a:pt x="3639" y="11021"/>
                  </a:lnTo>
                  <a:cubicBezTo>
                    <a:pt x="3680" y="11062"/>
                    <a:pt x="3762" y="11062"/>
                    <a:pt x="3803" y="11062"/>
                  </a:cubicBezTo>
                  <a:cubicBezTo>
                    <a:pt x="3844" y="11062"/>
                    <a:pt x="3937" y="11062"/>
                    <a:pt x="3978" y="11021"/>
                  </a:cubicBezTo>
                  <a:cubicBezTo>
                    <a:pt x="4060" y="10980"/>
                    <a:pt x="4101" y="10888"/>
                    <a:pt x="4101" y="10765"/>
                  </a:cubicBezTo>
                  <a:lnTo>
                    <a:pt x="4101" y="10211"/>
                  </a:lnTo>
                  <a:lnTo>
                    <a:pt x="5987" y="10211"/>
                  </a:lnTo>
                  <a:cubicBezTo>
                    <a:pt x="6110" y="10211"/>
                    <a:pt x="6243" y="10119"/>
                    <a:pt x="6284" y="9996"/>
                  </a:cubicBezTo>
                  <a:cubicBezTo>
                    <a:pt x="6366" y="9739"/>
                    <a:pt x="6623" y="9565"/>
                    <a:pt x="6879" y="9565"/>
                  </a:cubicBezTo>
                  <a:cubicBezTo>
                    <a:pt x="7135" y="9565"/>
                    <a:pt x="7350" y="9698"/>
                    <a:pt x="7433" y="9955"/>
                  </a:cubicBezTo>
                  <a:lnTo>
                    <a:pt x="7484" y="9996"/>
                  </a:lnTo>
                  <a:cubicBezTo>
                    <a:pt x="7525" y="10119"/>
                    <a:pt x="7607" y="10211"/>
                    <a:pt x="7740" y="10211"/>
                  </a:cubicBezTo>
                  <a:lnTo>
                    <a:pt x="13460" y="10211"/>
                  </a:lnTo>
                  <a:cubicBezTo>
                    <a:pt x="13635" y="10211"/>
                    <a:pt x="13758" y="10078"/>
                    <a:pt x="13758" y="9904"/>
                  </a:cubicBezTo>
                  <a:lnTo>
                    <a:pt x="13758" y="8366"/>
                  </a:lnTo>
                  <a:lnTo>
                    <a:pt x="13758" y="8161"/>
                  </a:lnTo>
                  <a:lnTo>
                    <a:pt x="13758" y="298"/>
                  </a:lnTo>
                  <a:cubicBezTo>
                    <a:pt x="13758" y="124"/>
                    <a:pt x="13635" y="1"/>
                    <a:pt x="13460" y="1"/>
                  </a:cubicBezTo>
                  <a:lnTo>
                    <a:pt x="8632" y="1"/>
                  </a:lnTo>
                  <a:cubicBezTo>
                    <a:pt x="7996" y="1"/>
                    <a:pt x="7350" y="257"/>
                    <a:pt x="6879" y="728"/>
                  </a:cubicBezTo>
                  <a:cubicBezTo>
                    <a:pt x="6407" y="257"/>
                    <a:pt x="5772" y="1"/>
                    <a:pt x="5126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0" name="Google Shape;410;p36"/>
          <p:cNvGrpSpPr/>
          <p:nvPr/>
        </p:nvGrpSpPr>
        <p:grpSpPr>
          <a:xfrm>
            <a:off x="1323933" y="1410450"/>
            <a:ext cx="343975" cy="344100"/>
            <a:chOff x="1003188" y="1986175"/>
            <a:chExt cx="343975" cy="344100"/>
          </a:xfrm>
        </p:grpSpPr>
        <p:sp>
          <p:nvSpPr>
            <p:cNvPr id="411" name="Google Shape;411;p36"/>
            <p:cNvSpPr/>
            <p:nvPr/>
          </p:nvSpPr>
          <p:spPr>
            <a:xfrm>
              <a:off x="1090863" y="1986175"/>
              <a:ext cx="168650" cy="173150"/>
            </a:xfrm>
            <a:custGeom>
              <a:rect b="b" l="l" r="r" t="t"/>
              <a:pathLst>
                <a:path extrusionOk="0" h="6926" w="6746">
                  <a:moveTo>
                    <a:pt x="1743" y="1503"/>
                  </a:moveTo>
                  <a:cubicBezTo>
                    <a:pt x="2471" y="1503"/>
                    <a:pt x="3075" y="2056"/>
                    <a:pt x="3075" y="2825"/>
                  </a:cubicBezTo>
                  <a:lnTo>
                    <a:pt x="3075" y="3553"/>
                  </a:lnTo>
                  <a:lnTo>
                    <a:pt x="1917" y="3553"/>
                  </a:lnTo>
                  <a:cubicBezTo>
                    <a:pt x="1189" y="3553"/>
                    <a:pt x="595" y="2959"/>
                    <a:pt x="595" y="2231"/>
                  </a:cubicBezTo>
                  <a:lnTo>
                    <a:pt x="595" y="1503"/>
                  </a:lnTo>
                  <a:close/>
                  <a:moveTo>
                    <a:pt x="6151" y="2825"/>
                  </a:moveTo>
                  <a:lnTo>
                    <a:pt x="6151" y="3553"/>
                  </a:lnTo>
                  <a:cubicBezTo>
                    <a:pt x="6151" y="4281"/>
                    <a:pt x="5546" y="4835"/>
                    <a:pt x="4818" y="4835"/>
                  </a:cubicBezTo>
                  <a:lnTo>
                    <a:pt x="3670" y="4835"/>
                  </a:lnTo>
                  <a:lnTo>
                    <a:pt x="3670" y="4107"/>
                  </a:lnTo>
                  <a:cubicBezTo>
                    <a:pt x="3670" y="3379"/>
                    <a:pt x="4265" y="2825"/>
                    <a:pt x="4992" y="2825"/>
                  </a:cubicBezTo>
                  <a:close/>
                  <a:moveTo>
                    <a:pt x="3362" y="0"/>
                  </a:moveTo>
                  <a:cubicBezTo>
                    <a:pt x="3208" y="0"/>
                    <a:pt x="3075" y="156"/>
                    <a:pt x="3075" y="303"/>
                  </a:cubicBezTo>
                  <a:lnTo>
                    <a:pt x="3075" y="1421"/>
                  </a:lnTo>
                  <a:cubicBezTo>
                    <a:pt x="2727" y="1113"/>
                    <a:pt x="2255" y="908"/>
                    <a:pt x="1743" y="908"/>
                  </a:cubicBezTo>
                  <a:lnTo>
                    <a:pt x="297" y="908"/>
                  </a:lnTo>
                  <a:cubicBezTo>
                    <a:pt x="123" y="908"/>
                    <a:pt x="0" y="1031"/>
                    <a:pt x="0" y="1206"/>
                  </a:cubicBezTo>
                  <a:lnTo>
                    <a:pt x="0" y="2231"/>
                  </a:lnTo>
                  <a:cubicBezTo>
                    <a:pt x="0" y="3256"/>
                    <a:pt x="851" y="4107"/>
                    <a:pt x="1917" y="4107"/>
                  </a:cubicBezTo>
                  <a:lnTo>
                    <a:pt x="3075" y="4107"/>
                  </a:lnTo>
                  <a:lnTo>
                    <a:pt x="3075" y="5132"/>
                  </a:lnTo>
                  <a:lnTo>
                    <a:pt x="3075" y="6629"/>
                  </a:lnTo>
                  <a:cubicBezTo>
                    <a:pt x="3075" y="6752"/>
                    <a:pt x="3157" y="6885"/>
                    <a:pt x="3332" y="6926"/>
                  </a:cubicBezTo>
                  <a:cubicBezTo>
                    <a:pt x="3496" y="6926"/>
                    <a:pt x="3670" y="6803"/>
                    <a:pt x="3670" y="6629"/>
                  </a:cubicBezTo>
                  <a:lnTo>
                    <a:pt x="3670" y="5429"/>
                  </a:lnTo>
                  <a:lnTo>
                    <a:pt x="4818" y="5429"/>
                  </a:lnTo>
                  <a:cubicBezTo>
                    <a:pt x="5895" y="5429"/>
                    <a:pt x="6745" y="4578"/>
                    <a:pt x="6745" y="3553"/>
                  </a:cubicBezTo>
                  <a:lnTo>
                    <a:pt x="6745" y="2528"/>
                  </a:lnTo>
                  <a:cubicBezTo>
                    <a:pt x="6745" y="2354"/>
                    <a:pt x="6612" y="2231"/>
                    <a:pt x="6448" y="2231"/>
                  </a:cubicBezTo>
                  <a:lnTo>
                    <a:pt x="4992" y="2231"/>
                  </a:lnTo>
                  <a:cubicBezTo>
                    <a:pt x="4480" y="2231"/>
                    <a:pt x="4008" y="2395"/>
                    <a:pt x="3670" y="2743"/>
                  </a:cubicBezTo>
                  <a:lnTo>
                    <a:pt x="3670" y="303"/>
                  </a:lnTo>
                  <a:cubicBezTo>
                    <a:pt x="3670" y="180"/>
                    <a:pt x="3588" y="6"/>
                    <a:pt x="3414" y="6"/>
                  </a:cubicBezTo>
                  <a:cubicBezTo>
                    <a:pt x="3396" y="2"/>
                    <a:pt x="3379" y="0"/>
                    <a:pt x="3362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6"/>
            <p:cNvSpPr/>
            <p:nvPr/>
          </p:nvSpPr>
          <p:spPr>
            <a:xfrm>
              <a:off x="1003188" y="2144500"/>
              <a:ext cx="343975" cy="185775"/>
            </a:xfrm>
            <a:custGeom>
              <a:rect b="b" l="l" r="r" t="t"/>
              <a:pathLst>
                <a:path extrusionOk="0" h="7431" w="13759">
                  <a:moveTo>
                    <a:pt x="6873" y="584"/>
                  </a:moveTo>
                  <a:cubicBezTo>
                    <a:pt x="7777" y="584"/>
                    <a:pt x="8639" y="1011"/>
                    <a:pt x="9186" y="1751"/>
                  </a:cubicBezTo>
                  <a:cubicBezTo>
                    <a:pt x="9145" y="1751"/>
                    <a:pt x="9145" y="1751"/>
                    <a:pt x="9094" y="1700"/>
                  </a:cubicBezTo>
                  <a:cubicBezTo>
                    <a:pt x="8889" y="1659"/>
                    <a:pt x="8674" y="1577"/>
                    <a:pt x="8376" y="1577"/>
                  </a:cubicBezTo>
                  <a:cubicBezTo>
                    <a:pt x="7772" y="1577"/>
                    <a:pt x="7218" y="1915"/>
                    <a:pt x="6880" y="2387"/>
                  </a:cubicBezTo>
                  <a:cubicBezTo>
                    <a:pt x="6531" y="1915"/>
                    <a:pt x="5978" y="1577"/>
                    <a:pt x="5383" y="1577"/>
                  </a:cubicBezTo>
                  <a:cubicBezTo>
                    <a:pt x="5086" y="1577"/>
                    <a:pt x="4870" y="1659"/>
                    <a:pt x="4655" y="1700"/>
                  </a:cubicBezTo>
                  <a:cubicBezTo>
                    <a:pt x="4614" y="1751"/>
                    <a:pt x="4614" y="1751"/>
                    <a:pt x="4573" y="1751"/>
                  </a:cubicBezTo>
                  <a:cubicBezTo>
                    <a:pt x="4911" y="1280"/>
                    <a:pt x="5424" y="931"/>
                    <a:pt x="5978" y="726"/>
                  </a:cubicBezTo>
                  <a:cubicBezTo>
                    <a:pt x="6274" y="630"/>
                    <a:pt x="6576" y="584"/>
                    <a:pt x="6873" y="584"/>
                  </a:cubicBezTo>
                  <a:close/>
                  <a:moveTo>
                    <a:pt x="5424" y="2172"/>
                  </a:moveTo>
                  <a:cubicBezTo>
                    <a:pt x="6070" y="2172"/>
                    <a:pt x="6582" y="2725"/>
                    <a:pt x="6582" y="3371"/>
                  </a:cubicBezTo>
                  <a:lnTo>
                    <a:pt x="6582" y="4314"/>
                  </a:lnTo>
                  <a:cubicBezTo>
                    <a:pt x="6193" y="4099"/>
                    <a:pt x="5762" y="3966"/>
                    <a:pt x="5301" y="3966"/>
                  </a:cubicBezTo>
                  <a:lnTo>
                    <a:pt x="1026" y="3966"/>
                  </a:lnTo>
                  <a:lnTo>
                    <a:pt x="1026" y="3330"/>
                  </a:lnTo>
                  <a:cubicBezTo>
                    <a:pt x="1026" y="3074"/>
                    <a:pt x="1282" y="2817"/>
                    <a:pt x="1580" y="2817"/>
                  </a:cubicBezTo>
                  <a:cubicBezTo>
                    <a:pt x="2646" y="2817"/>
                    <a:pt x="3712" y="2643"/>
                    <a:pt x="4737" y="2305"/>
                  </a:cubicBezTo>
                  <a:cubicBezTo>
                    <a:pt x="4788" y="2305"/>
                    <a:pt x="4829" y="2305"/>
                    <a:pt x="4829" y="2264"/>
                  </a:cubicBezTo>
                  <a:cubicBezTo>
                    <a:pt x="5045" y="2213"/>
                    <a:pt x="5168" y="2172"/>
                    <a:pt x="5424" y="2172"/>
                  </a:cubicBezTo>
                  <a:close/>
                  <a:moveTo>
                    <a:pt x="8325" y="2172"/>
                  </a:moveTo>
                  <a:cubicBezTo>
                    <a:pt x="8581" y="2172"/>
                    <a:pt x="8715" y="2213"/>
                    <a:pt x="8930" y="2264"/>
                  </a:cubicBezTo>
                  <a:cubicBezTo>
                    <a:pt x="8930" y="2305"/>
                    <a:pt x="8971" y="2305"/>
                    <a:pt x="9012" y="2305"/>
                  </a:cubicBezTo>
                  <a:cubicBezTo>
                    <a:pt x="10037" y="2643"/>
                    <a:pt x="11103" y="2817"/>
                    <a:pt x="12170" y="2817"/>
                  </a:cubicBezTo>
                  <a:cubicBezTo>
                    <a:pt x="12477" y="2817"/>
                    <a:pt x="12733" y="3074"/>
                    <a:pt x="12733" y="3330"/>
                  </a:cubicBezTo>
                  <a:lnTo>
                    <a:pt x="12733" y="3966"/>
                  </a:lnTo>
                  <a:lnTo>
                    <a:pt x="8458" y="3966"/>
                  </a:lnTo>
                  <a:cubicBezTo>
                    <a:pt x="7987" y="3966"/>
                    <a:pt x="7556" y="4099"/>
                    <a:pt x="7177" y="4314"/>
                  </a:cubicBezTo>
                  <a:lnTo>
                    <a:pt x="7177" y="3371"/>
                  </a:lnTo>
                  <a:cubicBezTo>
                    <a:pt x="7177" y="2725"/>
                    <a:pt x="7690" y="2172"/>
                    <a:pt x="8325" y="2172"/>
                  </a:cubicBezTo>
                  <a:close/>
                  <a:moveTo>
                    <a:pt x="13154" y="4570"/>
                  </a:moveTo>
                  <a:lnTo>
                    <a:pt x="13154" y="5719"/>
                  </a:lnTo>
                  <a:lnTo>
                    <a:pt x="8243" y="5719"/>
                  </a:lnTo>
                  <a:cubicBezTo>
                    <a:pt x="7946" y="5719"/>
                    <a:pt x="7690" y="5934"/>
                    <a:pt x="7649" y="6231"/>
                  </a:cubicBezTo>
                  <a:cubicBezTo>
                    <a:pt x="7556" y="6569"/>
                    <a:pt x="7259" y="6826"/>
                    <a:pt x="6880" y="6826"/>
                  </a:cubicBezTo>
                  <a:cubicBezTo>
                    <a:pt x="6490" y="6826"/>
                    <a:pt x="6193" y="6569"/>
                    <a:pt x="6111" y="6231"/>
                  </a:cubicBezTo>
                  <a:cubicBezTo>
                    <a:pt x="6070" y="5934"/>
                    <a:pt x="5814" y="5719"/>
                    <a:pt x="5506" y="5719"/>
                  </a:cubicBezTo>
                  <a:lnTo>
                    <a:pt x="596" y="5719"/>
                  </a:lnTo>
                  <a:lnTo>
                    <a:pt x="596" y="4570"/>
                  </a:lnTo>
                  <a:lnTo>
                    <a:pt x="5301" y="4570"/>
                  </a:lnTo>
                  <a:cubicBezTo>
                    <a:pt x="5814" y="4570"/>
                    <a:pt x="6326" y="4775"/>
                    <a:pt x="6664" y="5124"/>
                  </a:cubicBezTo>
                  <a:cubicBezTo>
                    <a:pt x="6726" y="5186"/>
                    <a:pt x="6800" y="5216"/>
                    <a:pt x="6876" y="5216"/>
                  </a:cubicBezTo>
                  <a:cubicBezTo>
                    <a:pt x="6952" y="5216"/>
                    <a:pt x="7028" y="5186"/>
                    <a:pt x="7095" y="5124"/>
                  </a:cubicBezTo>
                  <a:cubicBezTo>
                    <a:pt x="7474" y="4775"/>
                    <a:pt x="7946" y="4570"/>
                    <a:pt x="8458" y="4570"/>
                  </a:cubicBezTo>
                  <a:close/>
                  <a:moveTo>
                    <a:pt x="6872" y="1"/>
                  </a:moveTo>
                  <a:cubicBezTo>
                    <a:pt x="6513" y="1"/>
                    <a:pt x="6156" y="54"/>
                    <a:pt x="5814" y="162"/>
                  </a:cubicBezTo>
                  <a:cubicBezTo>
                    <a:pt x="4911" y="470"/>
                    <a:pt x="4143" y="1105"/>
                    <a:pt x="3763" y="1956"/>
                  </a:cubicBezTo>
                  <a:cubicBezTo>
                    <a:pt x="3035" y="2131"/>
                    <a:pt x="2308" y="2213"/>
                    <a:pt x="1580" y="2213"/>
                  </a:cubicBezTo>
                  <a:cubicBezTo>
                    <a:pt x="985" y="2213"/>
                    <a:pt x="473" y="2725"/>
                    <a:pt x="473" y="3330"/>
                  </a:cubicBezTo>
                  <a:lnTo>
                    <a:pt x="473" y="3966"/>
                  </a:lnTo>
                  <a:lnTo>
                    <a:pt x="298" y="3966"/>
                  </a:lnTo>
                  <a:cubicBezTo>
                    <a:pt x="124" y="3966"/>
                    <a:pt x="1" y="4099"/>
                    <a:pt x="1" y="4263"/>
                  </a:cubicBezTo>
                  <a:lnTo>
                    <a:pt x="1" y="6016"/>
                  </a:lnTo>
                  <a:cubicBezTo>
                    <a:pt x="1" y="6190"/>
                    <a:pt x="124" y="6313"/>
                    <a:pt x="298" y="6313"/>
                  </a:cubicBezTo>
                  <a:lnTo>
                    <a:pt x="5506" y="6313"/>
                  </a:lnTo>
                  <a:cubicBezTo>
                    <a:pt x="5506" y="6313"/>
                    <a:pt x="5557" y="6313"/>
                    <a:pt x="5557" y="6364"/>
                  </a:cubicBezTo>
                  <a:cubicBezTo>
                    <a:pt x="5680" y="6959"/>
                    <a:pt x="6234" y="7431"/>
                    <a:pt x="6880" y="7431"/>
                  </a:cubicBezTo>
                  <a:cubicBezTo>
                    <a:pt x="7515" y="7431"/>
                    <a:pt x="8069" y="6959"/>
                    <a:pt x="8202" y="6364"/>
                  </a:cubicBezTo>
                  <a:cubicBezTo>
                    <a:pt x="8202" y="6313"/>
                    <a:pt x="8243" y="6313"/>
                    <a:pt x="8243" y="6313"/>
                  </a:cubicBezTo>
                  <a:lnTo>
                    <a:pt x="13451" y="6313"/>
                  </a:lnTo>
                  <a:cubicBezTo>
                    <a:pt x="13625" y="6313"/>
                    <a:pt x="13758" y="6190"/>
                    <a:pt x="13758" y="6016"/>
                  </a:cubicBezTo>
                  <a:lnTo>
                    <a:pt x="13758" y="4263"/>
                  </a:lnTo>
                  <a:cubicBezTo>
                    <a:pt x="13758" y="4099"/>
                    <a:pt x="13625" y="3966"/>
                    <a:pt x="13451" y="3966"/>
                  </a:cubicBezTo>
                  <a:lnTo>
                    <a:pt x="13328" y="3966"/>
                  </a:lnTo>
                  <a:lnTo>
                    <a:pt x="13328" y="3330"/>
                  </a:lnTo>
                  <a:cubicBezTo>
                    <a:pt x="13328" y="2725"/>
                    <a:pt x="12815" y="2213"/>
                    <a:pt x="12221" y="2213"/>
                  </a:cubicBezTo>
                  <a:cubicBezTo>
                    <a:pt x="11452" y="2213"/>
                    <a:pt x="10724" y="2131"/>
                    <a:pt x="10037" y="1956"/>
                  </a:cubicBezTo>
                  <a:cubicBezTo>
                    <a:pt x="9658" y="1239"/>
                    <a:pt x="9053" y="634"/>
                    <a:pt x="8325" y="296"/>
                  </a:cubicBezTo>
                  <a:cubicBezTo>
                    <a:pt x="7858" y="100"/>
                    <a:pt x="7363" y="1"/>
                    <a:pt x="6872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3" name="Google Shape;413;p36"/>
          <p:cNvGrpSpPr/>
          <p:nvPr/>
        </p:nvGrpSpPr>
        <p:grpSpPr>
          <a:xfrm>
            <a:off x="4711150" y="1410638"/>
            <a:ext cx="321650" cy="343725"/>
            <a:chOff x="4017663" y="1976825"/>
            <a:chExt cx="321650" cy="343725"/>
          </a:xfrm>
        </p:grpSpPr>
        <p:sp>
          <p:nvSpPr>
            <p:cNvPr id="414" name="Google Shape;414;p36"/>
            <p:cNvSpPr/>
            <p:nvPr/>
          </p:nvSpPr>
          <p:spPr>
            <a:xfrm>
              <a:off x="4224988" y="1984275"/>
              <a:ext cx="78950" cy="78950"/>
            </a:xfrm>
            <a:custGeom>
              <a:rect b="b" l="l" r="r" t="t"/>
              <a:pathLst>
                <a:path extrusionOk="0" h="3158" w="3158">
                  <a:moveTo>
                    <a:pt x="0" y="0"/>
                  </a:moveTo>
                  <a:lnTo>
                    <a:pt x="0" y="1538"/>
                  </a:lnTo>
                  <a:cubicBezTo>
                    <a:pt x="0" y="1702"/>
                    <a:pt x="164" y="1835"/>
                    <a:pt x="298" y="1835"/>
                  </a:cubicBezTo>
                  <a:lnTo>
                    <a:pt x="1323" y="1835"/>
                  </a:lnTo>
                  <a:lnTo>
                    <a:pt x="1323" y="2860"/>
                  </a:lnTo>
                  <a:cubicBezTo>
                    <a:pt x="1323" y="3035"/>
                    <a:pt x="1446" y="3158"/>
                    <a:pt x="1620" y="3158"/>
                  </a:cubicBezTo>
                  <a:lnTo>
                    <a:pt x="3158" y="3158"/>
                  </a:lnTo>
                  <a:lnTo>
                    <a:pt x="3158" y="2563"/>
                  </a:lnTo>
                  <a:lnTo>
                    <a:pt x="1917" y="2563"/>
                  </a:lnTo>
                  <a:lnTo>
                    <a:pt x="1917" y="1538"/>
                  </a:lnTo>
                  <a:cubicBezTo>
                    <a:pt x="1917" y="1405"/>
                    <a:pt x="1794" y="1282"/>
                    <a:pt x="1620" y="1282"/>
                  </a:cubicBezTo>
                  <a:lnTo>
                    <a:pt x="595" y="1282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6"/>
            <p:cNvSpPr/>
            <p:nvPr/>
          </p:nvSpPr>
          <p:spPr>
            <a:xfrm>
              <a:off x="4224988" y="2234150"/>
              <a:ext cx="78950" cy="78950"/>
            </a:xfrm>
            <a:custGeom>
              <a:rect b="b" l="l" r="r" t="t"/>
              <a:pathLst>
                <a:path extrusionOk="0" h="3158" w="3158">
                  <a:moveTo>
                    <a:pt x="1620" y="0"/>
                  </a:moveTo>
                  <a:cubicBezTo>
                    <a:pt x="1446" y="0"/>
                    <a:pt x="1323" y="123"/>
                    <a:pt x="1323" y="298"/>
                  </a:cubicBezTo>
                  <a:lnTo>
                    <a:pt x="1323" y="1323"/>
                  </a:lnTo>
                  <a:lnTo>
                    <a:pt x="298" y="1323"/>
                  </a:lnTo>
                  <a:cubicBezTo>
                    <a:pt x="164" y="1323"/>
                    <a:pt x="0" y="1446"/>
                    <a:pt x="0" y="1620"/>
                  </a:cubicBezTo>
                  <a:lnTo>
                    <a:pt x="0" y="3158"/>
                  </a:lnTo>
                  <a:lnTo>
                    <a:pt x="595" y="3158"/>
                  </a:lnTo>
                  <a:lnTo>
                    <a:pt x="595" y="1917"/>
                  </a:lnTo>
                  <a:lnTo>
                    <a:pt x="1620" y="1917"/>
                  </a:lnTo>
                  <a:cubicBezTo>
                    <a:pt x="1794" y="1917"/>
                    <a:pt x="1917" y="1794"/>
                    <a:pt x="1917" y="1620"/>
                  </a:cubicBezTo>
                  <a:lnTo>
                    <a:pt x="1917" y="595"/>
                  </a:lnTo>
                  <a:lnTo>
                    <a:pt x="3158" y="595"/>
                  </a:lnTo>
                  <a:lnTo>
                    <a:pt x="3158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6"/>
            <p:cNvSpPr/>
            <p:nvPr/>
          </p:nvSpPr>
          <p:spPr>
            <a:xfrm>
              <a:off x="4267538" y="2141125"/>
              <a:ext cx="18225" cy="15125"/>
            </a:xfrm>
            <a:custGeom>
              <a:rect b="b" l="l" r="r" t="t"/>
              <a:pathLst>
                <a:path extrusionOk="0" h="605" w="729">
                  <a:moveTo>
                    <a:pt x="349" y="0"/>
                  </a:moveTo>
                  <a:cubicBezTo>
                    <a:pt x="257" y="0"/>
                    <a:pt x="174" y="41"/>
                    <a:pt x="92" y="133"/>
                  </a:cubicBezTo>
                  <a:cubicBezTo>
                    <a:pt x="0" y="390"/>
                    <a:pt x="133" y="605"/>
                    <a:pt x="349" y="605"/>
                  </a:cubicBezTo>
                  <a:cubicBezTo>
                    <a:pt x="564" y="605"/>
                    <a:pt x="728" y="390"/>
                    <a:pt x="646" y="174"/>
                  </a:cubicBezTo>
                  <a:cubicBezTo>
                    <a:pt x="605" y="92"/>
                    <a:pt x="472" y="0"/>
                    <a:pt x="39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6"/>
            <p:cNvSpPr/>
            <p:nvPr/>
          </p:nvSpPr>
          <p:spPr>
            <a:xfrm>
              <a:off x="4017663" y="1976825"/>
              <a:ext cx="321650" cy="343725"/>
            </a:xfrm>
            <a:custGeom>
              <a:rect b="b" l="l" r="r" t="t"/>
              <a:pathLst>
                <a:path extrusionOk="0" h="13749" w="12866">
                  <a:moveTo>
                    <a:pt x="2399" y="595"/>
                  </a:moveTo>
                  <a:lnTo>
                    <a:pt x="2399" y="2471"/>
                  </a:lnTo>
                  <a:cubicBezTo>
                    <a:pt x="2184" y="2307"/>
                    <a:pt x="1886" y="2215"/>
                    <a:pt x="1589" y="2215"/>
                  </a:cubicBezTo>
                  <a:lnTo>
                    <a:pt x="1240" y="2215"/>
                  </a:lnTo>
                  <a:lnTo>
                    <a:pt x="1240" y="595"/>
                  </a:lnTo>
                  <a:close/>
                  <a:moveTo>
                    <a:pt x="1589" y="2820"/>
                  </a:moveTo>
                  <a:cubicBezTo>
                    <a:pt x="2009" y="2820"/>
                    <a:pt x="2399" y="3117"/>
                    <a:pt x="2399" y="3589"/>
                  </a:cubicBezTo>
                  <a:cubicBezTo>
                    <a:pt x="2399" y="4009"/>
                    <a:pt x="2050" y="4399"/>
                    <a:pt x="1589" y="4399"/>
                  </a:cubicBezTo>
                  <a:lnTo>
                    <a:pt x="605" y="4399"/>
                  </a:lnTo>
                  <a:lnTo>
                    <a:pt x="605" y="2820"/>
                  </a:lnTo>
                  <a:close/>
                  <a:moveTo>
                    <a:pt x="11707" y="5424"/>
                  </a:moveTo>
                  <a:cubicBezTo>
                    <a:pt x="12005" y="5424"/>
                    <a:pt x="12220" y="5680"/>
                    <a:pt x="12220" y="5936"/>
                  </a:cubicBezTo>
                  <a:lnTo>
                    <a:pt x="12220" y="7812"/>
                  </a:lnTo>
                  <a:cubicBezTo>
                    <a:pt x="12220" y="8110"/>
                    <a:pt x="12005" y="8325"/>
                    <a:pt x="11707" y="8325"/>
                  </a:cubicBezTo>
                  <a:lnTo>
                    <a:pt x="10385" y="8325"/>
                  </a:lnTo>
                  <a:cubicBezTo>
                    <a:pt x="9534" y="8325"/>
                    <a:pt x="8847" y="7638"/>
                    <a:pt x="8888" y="6787"/>
                  </a:cubicBezTo>
                  <a:cubicBezTo>
                    <a:pt x="8929" y="6018"/>
                    <a:pt x="9575" y="5424"/>
                    <a:pt x="10344" y="5424"/>
                  </a:cubicBezTo>
                  <a:close/>
                  <a:moveTo>
                    <a:pt x="2399" y="4737"/>
                  </a:moveTo>
                  <a:lnTo>
                    <a:pt x="2399" y="9012"/>
                  </a:lnTo>
                  <a:cubicBezTo>
                    <a:pt x="2184" y="8838"/>
                    <a:pt x="1886" y="8756"/>
                    <a:pt x="1589" y="8756"/>
                  </a:cubicBezTo>
                  <a:lnTo>
                    <a:pt x="1240" y="8756"/>
                  </a:lnTo>
                  <a:lnTo>
                    <a:pt x="1240" y="4993"/>
                  </a:lnTo>
                  <a:lnTo>
                    <a:pt x="1589" y="4993"/>
                  </a:lnTo>
                  <a:cubicBezTo>
                    <a:pt x="1886" y="4993"/>
                    <a:pt x="2184" y="4870"/>
                    <a:pt x="2399" y="4737"/>
                  </a:cubicBezTo>
                  <a:close/>
                  <a:moveTo>
                    <a:pt x="1589" y="9350"/>
                  </a:moveTo>
                  <a:cubicBezTo>
                    <a:pt x="2009" y="9350"/>
                    <a:pt x="2399" y="9688"/>
                    <a:pt x="2399" y="10119"/>
                  </a:cubicBezTo>
                  <a:cubicBezTo>
                    <a:pt x="2399" y="10591"/>
                    <a:pt x="2050" y="10929"/>
                    <a:pt x="1589" y="10929"/>
                  </a:cubicBezTo>
                  <a:lnTo>
                    <a:pt x="605" y="10929"/>
                  </a:lnTo>
                  <a:lnTo>
                    <a:pt x="605" y="9350"/>
                  </a:lnTo>
                  <a:close/>
                  <a:moveTo>
                    <a:pt x="2399" y="11277"/>
                  </a:moveTo>
                  <a:lnTo>
                    <a:pt x="2399" y="13153"/>
                  </a:lnTo>
                  <a:lnTo>
                    <a:pt x="1240" y="13153"/>
                  </a:lnTo>
                  <a:lnTo>
                    <a:pt x="1240" y="11534"/>
                  </a:lnTo>
                  <a:lnTo>
                    <a:pt x="1589" y="11534"/>
                  </a:lnTo>
                  <a:cubicBezTo>
                    <a:pt x="1886" y="11534"/>
                    <a:pt x="2184" y="11441"/>
                    <a:pt x="2399" y="11277"/>
                  </a:cubicBezTo>
                  <a:close/>
                  <a:moveTo>
                    <a:pt x="11154" y="595"/>
                  </a:moveTo>
                  <a:lnTo>
                    <a:pt x="11154" y="4819"/>
                  </a:lnTo>
                  <a:lnTo>
                    <a:pt x="10385" y="4819"/>
                  </a:lnTo>
                  <a:cubicBezTo>
                    <a:pt x="9226" y="4819"/>
                    <a:pt x="8293" y="5762"/>
                    <a:pt x="8334" y="6921"/>
                  </a:cubicBezTo>
                  <a:cubicBezTo>
                    <a:pt x="8334" y="8028"/>
                    <a:pt x="9226" y="8920"/>
                    <a:pt x="10385" y="8920"/>
                  </a:cubicBezTo>
                  <a:lnTo>
                    <a:pt x="11154" y="8920"/>
                  </a:lnTo>
                  <a:lnTo>
                    <a:pt x="11154" y="13194"/>
                  </a:lnTo>
                  <a:lnTo>
                    <a:pt x="2993" y="13194"/>
                  </a:lnTo>
                  <a:lnTo>
                    <a:pt x="2993" y="595"/>
                  </a:lnTo>
                  <a:close/>
                  <a:moveTo>
                    <a:pt x="943" y="1"/>
                  </a:moveTo>
                  <a:cubicBezTo>
                    <a:pt x="769" y="1"/>
                    <a:pt x="646" y="124"/>
                    <a:pt x="646" y="298"/>
                  </a:cubicBezTo>
                  <a:lnTo>
                    <a:pt x="646" y="2215"/>
                  </a:lnTo>
                  <a:lnTo>
                    <a:pt x="308" y="2215"/>
                  </a:lnTo>
                  <a:cubicBezTo>
                    <a:pt x="133" y="2215"/>
                    <a:pt x="0" y="2348"/>
                    <a:pt x="0" y="2512"/>
                  </a:cubicBezTo>
                  <a:lnTo>
                    <a:pt x="0" y="4696"/>
                  </a:lnTo>
                  <a:cubicBezTo>
                    <a:pt x="0" y="4819"/>
                    <a:pt x="133" y="4993"/>
                    <a:pt x="308" y="4993"/>
                  </a:cubicBezTo>
                  <a:lnTo>
                    <a:pt x="646" y="4993"/>
                  </a:lnTo>
                  <a:lnTo>
                    <a:pt x="646" y="8756"/>
                  </a:lnTo>
                  <a:lnTo>
                    <a:pt x="308" y="8756"/>
                  </a:lnTo>
                  <a:cubicBezTo>
                    <a:pt x="133" y="8756"/>
                    <a:pt x="0" y="8879"/>
                    <a:pt x="0" y="9053"/>
                  </a:cubicBezTo>
                  <a:lnTo>
                    <a:pt x="0" y="11226"/>
                  </a:lnTo>
                  <a:cubicBezTo>
                    <a:pt x="0" y="11400"/>
                    <a:pt x="133" y="11534"/>
                    <a:pt x="308" y="11534"/>
                  </a:cubicBezTo>
                  <a:lnTo>
                    <a:pt x="646" y="11534"/>
                  </a:lnTo>
                  <a:lnTo>
                    <a:pt x="646" y="13451"/>
                  </a:lnTo>
                  <a:cubicBezTo>
                    <a:pt x="646" y="13625"/>
                    <a:pt x="769" y="13748"/>
                    <a:pt x="943" y="13748"/>
                  </a:cubicBezTo>
                  <a:lnTo>
                    <a:pt x="11451" y="13748"/>
                  </a:lnTo>
                  <a:cubicBezTo>
                    <a:pt x="11625" y="13748"/>
                    <a:pt x="11748" y="13625"/>
                    <a:pt x="11748" y="13451"/>
                  </a:cubicBezTo>
                  <a:lnTo>
                    <a:pt x="11748" y="8879"/>
                  </a:lnTo>
                  <a:cubicBezTo>
                    <a:pt x="12353" y="8879"/>
                    <a:pt x="12866" y="8407"/>
                    <a:pt x="12866" y="7771"/>
                  </a:cubicBezTo>
                  <a:lnTo>
                    <a:pt x="12866" y="5936"/>
                  </a:lnTo>
                  <a:cubicBezTo>
                    <a:pt x="12866" y="5332"/>
                    <a:pt x="12353" y="4870"/>
                    <a:pt x="11748" y="4819"/>
                  </a:cubicBezTo>
                  <a:lnTo>
                    <a:pt x="11748" y="298"/>
                  </a:lnTo>
                  <a:cubicBezTo>
                    <a:pt x="11748" y="124"/>
                    <a:pt x="11625" y="1"/>
                    <a:pt x="1145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6"/>
            <p:cNvSpPr/>
            <p:nvPr/>
          </p:nvSpPr>
          <p:spPr>
            <a:xfrm>
              <a:off x="4126563" y="2048350"/>
              <a:ext cx="92050" cy="14875"/>
            </a:xfrm>
            <a:custGeom>
              <a:rect b="b" l="l" r="r" t="t"/>
              <a:pathLst>
                <a:path extrusionOk="0" h="595" w="3682">
                  <a:moveTo>
                    <a:pt x="308" y="0"/>
                  </a:moveTo>
                  <a:cubicBezTo>
                    <a:pt x="134" y="0"/>
                    <a:pt x="1" y="123"/>
                    <a:pt x="1" y="338"/>
                  </a:cubicBezTo>
                  <a:cubicBezTo>
                    <a:pt x="52" y="472"/>
                    <a:pt x="175" y="595"/>
                    <a:pt x="308" y="595"/>
                  </a:cubicBezTo>
                  <a:lnTo>
                    <a:pt x="3384" y="595"/>
                  </a:lnTo>
                  <a:cubicBezTo>
                    <a:pt x="3548" y="595"/>
                    <a:pt x="3681" y="420"/>
                    <a:pt x="3681" y="256"/>
                  </a:cubicBezTo>
                  <a:cubicBezTo>
                    <a:pt x="3640" y="82"/>
                    <a:pt x="3507" y="0"/>
                    <a:pt x="3384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6"/>
            <p:cNvSpPr/>
            <p:nvPr/>
          </p:nvSpPr>
          <p:spPr>
            <a:xfrm>
              <a:off x="4137338" y="2092175"/>
              <a:ext cx="70500" cy="14875"/>
            </a:xfrm>
            <a:custGeom>
              <a:rect b="b" l="l" r="r" t="t"/>
              <a:pathLst>
                <a:path extrusionOk="0" h="595" w="2820">
                  <a:moveTo>
                    <a:pt x="298" y="0"/>
                  </a:moveTo>
                  <a:cubicBezTo>
                    <a:pt x="134" y="0"/>
                    <a:pt x="0" y="123"/>
                    <a:pt x="41" y="338"/>
                  </a:cubicBezTo>
                  <a:cubicBezTo>
                    <a:pt x="41" y="461"/>
                    <a:pt x="175" y="595"/>
                    <a:pt x="339" y="595"/>
                  </a:cubicBezTo>
                  <a:lnTo>
                    <a:pt x="2522" y="595"/>
                  </a:lnTo>
                  <a:cubicBezTo>
                    <a:pt x="2697" y="595"/>
                    <a:pt x="2820" y="420"/>
                    <a:pt x="2820" y="205"/>
                  </a:cubicBezTo>
                  <a:cubicBezTo>
                    <a:pt x="2779" y="82"/>
                    <a:pt x="2645" y="0"/>
                    <a:pt x="2481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0" name="Google Shape;420;p36"/>
          <p:cNvGrpSpPr/>
          <p:nvPr/>
        </p:nvGrpSpPr>
        <p:grpSpPr>
          <a:xfrm>
            <a:off x="1323946" y="2978275"/>
            <a:ext cx="343950" cy="343725"/>
            <a:chOff x="3287238" y="1976825"/>
            <a:chExt cx="343950" cy="343725"/>
          </a:xfrm>
        </p:grpSpPr>
        <p:sp>
          <p:nvSpPr>
            <p:cNvPr id="421" name="Google Shape;421;p36"/>
            <p:cNvSpPr/>
            <p:nvPr/>
          </p:nvSpPr>
          <p:spPr>
            <a:xfrm>
              <a:off x="3339763" y="2075000"/>
              <a:ext cx="43600" cy="14875"/>
            </a:xfrm>
            <a:custGeom>
              <a:rect b="b" l="l" r="r" t="t"/>
              <a:pathLst>
                <a:path extrusionOk="0" h="595" w="1744">
                  <a:moveTo>
                    <a:pt x="1" y="0"/>
                  </a:moveTo>
                  <a:lnTo>
                    <a:pt x="1" y="595"/>
                  </a:lnTo>
                  <a:lnTo>
                    <a:pt x="1744" y="595"/>
                  </a:lnTo>
                  <a:lnTo>
                    <a:pt x="1744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6"/>
            <p:cNvSpPr/>
            <p:nvPr/>
          </p:nvSpPr>
          <p:spPr>
            <a:xfrm>
              <a:off x="3339763" y="2115475"/>
              <a:ext cx="43600" cy="15150"/>
            </a:xfrm>
            <a:custGeom>
              <a:rect b="b" l="l" r="r" t="t"/>
              <a:pathLst>
                <a:path extrusionOk="0" h="606" w="1744">
                  <a:moveTo>
                    <a:pt x="1" y="1"/>
                  </a:moveTo>
                  <a:lnTo>
                    <a:pt x="1" y="606"/>
                  </a:lnTo>
                  <a:lnTo>
                    <a:pt x="1744" y="606"/>
                  </a:lnTo>
                  <a:lnTo>
                    <a:pt x="1744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6"/>
            <p:cNvSpPr/>
            <p:nvPr/>
          </p:nvSpPr>
          <p:spPr>
            <a:xfrm>
              <a:off x="3427163" y="2051425"/>
              <a:ext cx="43850" cy="13850"/>
            </a:xfrm>
            <a:custGeom>
              <a:rect b="b" l="l" r="r" t="t"/>
              <a:pathLst>
                <a:path extrusionOk="0" h="554" w="1754">
                  <a:moveTo>
                    <a:pt x="1" y="0"/>
                  </a:moveTo>
                  <a:lnTo>
                    <a:pt x="1" y="554"/>
                  </a:lnTo>
                  <a:lnTo>
                    <a:pt x="1754" y="554"/>
                  </a:lnTo>
                  <a:lnTo>
                    <a:pt x="1754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6"/>
            <p:cNvSpPr/>
            <p:nvPr/>
          </p:nvSpPr>
          <p:spPr>
            <a:xfrm>
              <a:off x="3427163" y="2090875"/>
              <a:ext cx="43850" cy="15150"/>
            </a:xfrm>
            <a:custGeom>
              <a:rect b="b" l="l" r="r" t="t"/>
              <a:pathLst>
                <a:path extrusionOk="0" h="606" w="1754">
                  <a:moveTo>
                    <a:pt x="1" y="1"/>
                  </a:moveTo>
                  <a:lnTo>
                    <a:pt x="1" y="606"/>
                  </a:lnTo>
                  <a:lnTo>
                    <a:pt x="1754" y="606"/>
                  </a:lnTo>
                  <a:lnTo>
                    <a:pt x="1754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6"/>
            <p:cNvSpPr/>
            <p:nvPr/>
          </p:nvSpPr>
          <p:spPr>
            <a:xfrm>
              <a:off x="3287238" y="1976825"/>
              <a:ext cx="343950" cy="343725"/>
            </a:xfrm>
            <a:custGeom>
              <a:rect b="b" l="l" r="r" t="t"/>
              <a:pathLst>
                <a:path extrusionOk="0" h="13749" w="13758">
                  <a:moveTo>
                    <a:pt x="8806" y="2984"/>
                  </a:moveTo>
                  <a:lnTo>
                    <a:pt x="11328" y="10888"/>
                  </a:lnTo>
                  <a:lnTo>
                    <a:pt x="10211" y="11318"/>
                  </a:lnTo>
                  <a:lnTo>
                    <a:pt x="7740" y="3415"/>
                  </a:lnTo>
                  <a:lnTo>
                    <a:pt x="8806" y="2984"/>
                  </a:lnTo>
                  <a:close/>
                  <a:moveTo>
                    <a:pt x="3547" y="1744"/>
                  </a:moveTo>
                  <a:lnTo>
                    <a:pt x="3547" y="2471"/>
                  </a:lnTo>
                  <a:lnTo>
                    <a:pt x="3547" y="2769"/>
                  </a:lnTo>
                  <a:lnTo>
                    <a:pt x="3547" y="11400"/>
                  </a:lnTo>
                  <a:lnTo>
                    <a:pt x="2399" y="11400"/>
                  </a:lnTo>
                  <a:lnTo>
                    <a:pt x="2399" y="1744"/>
                  </a:lnTo>
                  <a:close/>
                  <a:moveTo>
                    <a:pt x="5300" y="3076"/>
                  </a:moveTo>
                  <a:lnTo>
                    <a:pt x="5300" y="11400"/>
                  </a:lnTo>
                  <a:lnTo>
                    <a:pt x="4152" y="11400"/>
                  </a:lnTo>
                  <a:lnTo>
                    <a:pt x="4152" y="3076"/>
                  </a:lnTo>
                  <a:close/>
                  <a:moveTo>
                    <a:pt x="7053" y="595"/>
                  </a:moveTo>
                  <a:lnTo>
                    <a:pt x="7053" y="11400"/>
                  </a:lnTo>
                  <a:lnTo>
                    <a:pt x="5895" y="11400"/>
                  </a:lnTo>
                  <a:lnTo>
                    <a:pt x="5895" y="2471"/>
                  </a:lnTo>
                  <a:lnTo>
                    <a:pt x="5895" y="595"/>
                  </a:lnTo>
                  <a:close/>
                  <a:moveTo>
                    <a:pt x="7648" y="5127"/>
                  </a:moveTo>
                  <a:lnTo>
                    <a:pt x="9657" y="11400"/>
                  </a:lnTo>
                  <a:lnTo>
                    <a:pt x="7648" y="11400"/>
                  </a:lnTo>
                  <a:lnTo>
                    <a:pt x="7648" y="5127"/>
                  </a:lnTo>
                  <a:close/>
                  <a:moveTo>
                    <a:pt x="13163" y="8499"/>
                  </a:moveTo>
                  <a:lnTo>
                    <a:pt x="13163" y="13153"/>
                  </a:lnTo>
                  <a:lnTo>
                    <a:pt x="605" y="13153"/>
                  </a:lnTo>
                  <a:lnTo>
                    <a:pt x="605" y="8499"/>
                  </a:lnTo>
                  <a:lnTo>
                    <a:pt x="1753" y="8499"/>
                  </a:lnTo>
                  <a:lnTo>
                    <a:pt x="1753" y="11698"/>
                  </a:lnTo>
                  <a:cubicBezTo>
                    <a:pt x="1753" y="11831"/>
                    <a:pt x="1887" y="11995"/>
                    <a:pt x="2051" y="11995"/>
                  </a:cubicBezTo>
                  <a:lnTo>
                    <a:pt x="11666" y="11995"/>
                  </a:lnTo>
                  <a:cubicBezTo>
                    <a:pt x="11841" y="11995"/>
                    <a:pt x="11964" y="11831"/>
                    <a:pt x="11964" y="11698"/>
                  </a:cubicBezTo>
                  <a:lnTo>
                    <a:pt x="11964" y="8499"/>
                  </a:lnTo>
                  <a:close/>
                  <a:moveTo>
                    <a:pt x="5598" y="1"/>
                  </a:moveTo>
                  <a:cubicBezTo>
                    <a:pt x="5434" y="1"/>
                    <a:pt x="5300" y="124"/>
                    <a:pt x="5300" y="298"/>
                  </a:cubicBezTo>
                  <a:lnTo>
                    <a:pt x="5300" y="2471"/>
                  </a:lnTo>
                  <a:lnTo>
                    <a:pt x="4152" y="2471"/>
                  </a:lnTo>
                  <a:lnTo>
                    <a:pt x="4152" y="1446"/>
                  </a:lnTo>
                  <a:cubicBezTo>
                    <a:pt x="4152" y="1323"/>
                    <a:pt x="4019" y="1149"/>
                    <a:pt x="3845" y="1149"/>
                  </a:cubicBezTo>
                  <a:lnTo>
                    <a:pt x="2102" y="1149"/>
                  </a:lnTo>
                  <a:cubicBezTo>
                    <a:pt x="1928" y="1149"/>
                    <a:pt x="1794" y="1323"/>
                    <a:pt x="1794" y="1446"/>
                  </a:cubicBezTo>
                  <a:lnTo>
                    <a:pt x="1794" y="7894"/>
                  </a:lnTo>
                  <a:lnTo>
                    <a:pt x="308" y="7894"/>
                  </a:lnTo>
                  <a:cubicBezTo>
                    <a:pt x="134" y="7894"/>
                    <a:pt x="0" y="8028"/>
                    <a:pt x="0" y="8202"/>
                  </a:cubicBezTo>
                  <a:lnTo>
                    <a:pt x="0" y="13451"/>
                  </a:lnTo>
                  <a:cubicBezTo>
                    <a:pt x="0" y="13625"/>
                    <a:pt x="134" y="13748"/>
                    <a:pt x="308" y="13748"/>
                  </a:cubicBezTo>
                  <a:lnTo>
                    <a:pt x="13460" y="13748"/>
                  </a:lnTo>
                  <a:cubicBezTo>
                    <a:pt x="13635" y="13748"/>
                    <a:pt x="13758" y="13625"/>
                    <a:pt x="13758" y="13451"/>
                  </a:cubicBezTo>
                  <a:lnTo>
                    <a:pt x="13758" y="8202"/>
                  </a:lnTo>
                  <a:cubicBezTo>
                    <a:pt x="13758" y="8028"/>
                    <a:pt x="13635" y="7894"/>
                    <a:pt x="13460" y="7894"/>
                  </a:cubicBezTo>
                  <a:lnTo>
                    <a:pt x="11666" y="7894"/>
                  </a:lnTo>
                  <a:cubicBezTo>
                    <a:pt x="11492" y="7894"/>
                    <a:pt x="11369" y="8028"/>
                    <a:pt x="11369" y="8202"/>
                  </a:cubicBezTo>
                  <a:lnTo>
                    <a:pt x="11369" y="9135"/>
                  </a:lnTo>
                  <a:lnTo>
                    <a:pt x="9278" y="2512"/>
                  </a:lnTo>
                  <a:cubicBezTo>
                    <a:pt x="9227" y="2430"/>
                    <a:pt x="9186" y="2389"/>
                    <a:pt x="9104" y="2348"/>
                  </a:cubicBezTo>
                  <a:cubicBezTo>
                    <a:pt x="9022" y="2307"/>
                    <a:pt x="8929" y="2307"/>
                    <a:pt x="8888" y="2307"/>
                  </a:cubicBezTo>
                  <a:lnTo>
                    <a:pt x="7648" y="2820"/>
                  </a:lnTo>
                  <a:lnTo>
                    <a:pt x="7648" y="298"/>
                  </a:lnTo>
                  <a:cubicBezTo>
                    <a:pt x="7648" y="124"/>
                    <a:pt x="7484" y="1"/>
                    <a:pt x="735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26" name="Google Shape;426;p36"/>
          <p:cNvCxnSpPr>
            <a:stCxn id="394" idx="2"/>
            <a:endCxn id="393" idx="0"/>
          </p:cNvCxnSpPr>
          <p:nvPr/>
        </p:nvCxnSpPr>
        <p:spPr>
          <a:xfrm>
            <a:off x="1495925" y="1840663"/>
            <a:ext cx="0" cy="105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36"/>
          <p:cNvCxnSpPr>
            <a:stCxn id="393" idx="2"/>
          </p:cNvCxnSpPr>
          <p:nvPr/>
        </p:nvCxnSpPr>
        <p:spPr>
          <a:xfrm>
            <a:off x="1495925" y="3408275"/>
            <a:ext cx="0" cy="177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36"/>
          <p:cNvCxnSpPr>
            <a:stCxn id="392" idx="2"/>
            <a:endCxn id="391" idx="0"/>
          </p:cNvCxnSpPr>
          <p:nvPr/>
        </p:nvCxnSpPr>
        <p:spPr>
          <a:xfrm>
            <a:off x="4871975" y="1840663"/>
            <a:ext cx="0" cy="105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36"/>
          <p:cNvCxnSpPr>
            <a:stCxn id="391" idx="2"/>
          </p:cNvCxnSpPr>
          <p:nvPr/>
        </p:nvCxnSpPr>
        <p:spPr>
          <a:xfrm>
            <a:off x="4871975" y="3408275"/>
            <a:ext cx="0" cy="17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Engenharia do Projeto</a:t>
            </a:r>
            <a:endParaRPr/>
          </a:p>
        </p:txBody>
      </p:sp>
      <p:sp>
        <p:nvSpPr>
          <p:cNvPr id="435" name="Google Shape;435;p37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Infraestrutura WSL, OSS CAD Suite e ferramentas utilizadas.</a:t>
            </a:r>
            <a:endParaRPr/>
          </a:p>
        </p:txBody>
      </p:sp>
      <p:sp>
        <p:nvSpPr>
          <p:cNvPr id="436" name="Google Shape;436;p37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8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Engenharia do Projeto</a:t>
            </a:r>
            <a:endParaRPr/>
          </a:p>
        </p:txBody>
      </p:sp>
      <p:sp>
        <p:nvSpPr>
          <p:cNvPr id="442" name="Google Shape;442;p38"/>
          <p:cNvSpPr txBox="1"/>
          <p:nvPr/>
        </p:nvSpPr>
        <p:spPr>
          <a:xfrm>
            <a:off x="5098326" y="1207750"/>
            <a:ext cx="33324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Uso mandatório do Ubuntu no Windows para rodar ferramentas nativas de Linux.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3" name="Google Shape;443;p38"/>
          <p:cNvSpPr txBox="1"/>
          <p:nvPr/>
        </p:nvSpPr>
        <p:spPr>
          <a:xfrm>
            <a:off x="5094378" y="2051967"/>
            <a:ext cx="33324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Pré-validação (</a:t>
            </a:r>
            <a:r>
              <a:rPr i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Sanity Check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) e garantia de síntese industrial.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4" name="Google Shape;444;p38"/>
          <p:cNvSpPr txBox="1"/>
          <p:nvPr/>
        </p:nvSpPr>
        <p:spPr>
          <a:xfrm>
            <a:off x="5094375" y="2898883"/>
            <a:ext cx="33324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GHDL (Análise) + Yosys (Síntese e Extração de Dados).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5" name="Google Shape;445;p38"/>
          <p:cNvSpPr txBox="1"/>
          <p:nvPr/>
        </p:nvSpPr>
        <p:spPr>
          <a:xfrm>
            <a:off x="5098326" y="3738900"/>
            <a:ext cx="33324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Verificador de modelos de software (</a:t>
            </a:r>
            <a:r>
              <a:rPr i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Bounded Model Checking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).</a:t>
            </a:r>
            <a:endParaRPr sz="17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6" name="Google Shape;446;p38"/>
          <p:cNvSpPr txBox="1"/>
          <p:nvPr/>
        </p:nvSpPr>
        <p:spPr>
          <a:xfrm>
            <a:off x="510250" y="2571750"/>
            <a:ext cx="16860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Ferramentas</a:t>
            </a:r>
            <a:endParaRPr sz="1900">
              <a:solidFill>
                <a:schemeClr val="dk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447" name="Google Shape;447;p38"/>
          <p:cNvSpPr txBox="1"/>
          <p:nvPr/>
        </p:nvSpPr>
        <p:spPr>
          <a:xfrm>
            <a:off x="2884875" y="1322648"/>
            <a:ext cx="2163600" cy="4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WSL 2</a:t>
            </a:r>
            <a:endParaRPr sz="1500">
              <a:solidFill>
                <a:schemeClr val="lt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448" name="Google Shape;448;p38"/>
          <p:cNvSpPr txBox="1"/>
          <p:nvPr/>
        </p:nvSpPr>
        <p:spPr>
          <a:xfrm>
            <a:off x="2884875" y="2166363"/>
            <a:ext cx="2163600" cy="4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Intel Quartus Prime</a:t>
            </a:r>
            <a:endParaRPr sz="1500">
              <a:solidFill>
                <a:schemeClr val="lt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449" name="Google Shape;449;p38"/>
          <p:cNvSpPr txBox="1"/>
          <p:nvPr/>
        </p:nvSpPr>
        <p:spPr>
          <a:xfrm>
            <a:off x="2884875" y="3010078"/>
            <a:ext cx="2163600" cy="4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OSS CAD Suite</a:t>
            </a:r>
            <a:endParaRPr sz="1500">
              <a:solidFill>
                <a:schemeClr val="lt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450" name="Google Shape;450;p38"/>
          <p:cNvSpPr txBox="1"/>
          <p:nvPr/>
        </p:nvSpPr>
        <p:spPr>
          <a:xfrm>
            <a:off x="2884875" y="3853793"/>
            <a:ext cx="2163600" cy="4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ESBMC</a:t>
            </a:r>
            <a:endParaRPr sz="1500">
              <a:solidFill>
                <a:schemeClr val="lt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cxnSp>
        <p:nvCxnSpPr>
          <p:cNvPr id="451" name="Google Shape;451;p38"/>
          <p:cNvCxnSpPr>
            <a:stCxn id="446" idx="3"/>
            <a:endCxn id="447" idx="1"/>
          </p:cNvCxnSpPr>
          <p:nvPr/>
        </p:nvCxnSpPr>
        <p:spPr>
          <a:xfrm flipH="1" rot="10800000">
            <a:off x="2196250" y="1559850"/>
            <a:ext cx="688500" cy="12510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8"/>
          <p:cNvCxnSpPr>
            <a:stCxn id="446" idx="3"/>
            <a:endCxn id="448" idx="1"/>
          </p:cNvCxnSpPr>
          <p:nvPr/>
        </p:nvCxnSpPr>
        <p:spPr>
          <a:xfrm flipH="1" rot="10800000">
            <a:off x="2196250" y="2403450"/>
            <a:ext cx="688500" cy="4074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38"/>
          <p:cNvCxnSpPr>
            <a:stCxn id="446" idx="3"/>
            <a:endCxn id="449" idx="1"/>
          </p:cNvCxnSpPr>
          <p:nvPr/>
        </p:nvCxnSpPr>
        <p:spPr>
          <a:xfrm>
            <a:off x="2196250" y="2810850"/>
            <a:ext cx="688500" cy="4365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38"/>
          <p:cNvCxnSpPr>
            <a:stCxn id="446" idx="3"/>
            <a:endCxn id="450" idx="1"/>
          </p:cNvCxnSpPr>
          <p:nvPr/>
        </p:nvCxnSpPr>
        <p:spPr>
          <a:xfrm>
            <a:off x="2196250" y="2810850"/>
            <a:ext cx="688500" cy="12801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55" name="Google Shape;455;p38"/>
          <p:cNvGrpSpPr/>
          <p:nvPr/>
        </p:nvGrpSpPr>
        <p:grpSpPr>
          <a:xfrm>
            <a:off x="1095870" y="1996617"/>
            <a:ext cx="514759" cy="516741"/>
            <a:chOff x="1751813" y="2520150"/>
            <a:chExt cx="343700" cy="345000"/>
          </a:xfrm>
        </p:grpSpPr>
        <p:sp>
          <p:nvSpPr>
            <p:cNvPr id="456" name="Google Shape;456;p38"/>
            <p:cNvSpPr/>
            <p:nvPr/>
          </p:nvSpPr>
          <p:spPr>
            <a:xfrm>
              <a:off x="1949413" y="2527850"/>
              <a:ext cx="14900" cy="328850"/>
            </a:xfrm>
            <a:custGeom>
              <a:rect b="b" l="l" r="r" t="t"/>
              <a:pathLst>
                <a:path extrusionOk="0" h="13154" w="596">
                  <a:moveTo>
                    <a:pt x="0" y="0"/>
                  </a:moveTo>
                  <a:lnTo>
                    <a:pt x="0" y="13153"/>
                  </a:lnTo>
                  <a:lnTo>
                    <a:pt x="595" y="13153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8"/>
            <p:cNvSpPr/>
            <p:nvPr/>
          </p:nvSpPr>
          <p:spPr>
            <a:xfrm>
              <a:off x="1905588" y="2527850"/>
              <a:ext cx="14900" cy="329875"/>
            </a:xfrm>
            <a:custGeom>
              <a:rect b="b" l="l" r="r" t="t"/>
              <a:pathLst>
                <a:path extrusionOk="0" h="13195" w="596">
                  <a:moveTo>
                    <a:pt x="0" y="0"/>
                  </a:moveTo>
                  <a:lnTo>
                    <a:pt x="0" y="13194"/>
                  </a:lnTo>
                  <a:lnTo>
                    <a:pt x="595" y="13194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8"/>
            <p:cNvSpPr/>
            <p:nvPr/>
          </p:nvSpPr>
          <p:spPr>
            <a:xfrm>
              <a:off x="2044238" y="2575775"/>
              <a:ext cx="43850" cy="14900"/>
            </a:xfrm>
            <a:custGeom>
              <a:rect b="b" l="l" r="r" t="t"/>
              <a:pathLst>
                <a:path extrusionOk="0" h="596" w="1754">
                  <a:moveTo>
                    <a:pt x="1" y="0"/>
                  </a:moveTo>
                  <a:lnTo>
                    <a:pt x="1" y="595"/>
                  </a:lnTo>
                  <a:lnTo>
                    <a:pt x="1754" y="595"/>
                  </a:lnTo>
                  <a:lnTo>
                    <a:pt x="1754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8"/>
            <p:cNvSpPr/>
            <p:nvPr/>
          </p:nvSpPr>
          <p:spPr>
            <a:xfrm>
              <a:off x="1751813" y="2520150"/>
              <a:ext cx="256325" cy="345000"/>
            </a:xfrm>
            <a:custGeom>
              <a:rect b="b" l="l" r="r" t="t"/>
              <a:pathLst>
                <a:path extrusionOk="0" h="13800" w="10253">
                  <a:moveTo>
                    <a:pt x="9135" y="606"/>
                  </a:moveTo>
                  <a:cubicBezTo>
                    <a:pt x="9442" y="606"/>
                    <a:pt x="9647" y="862"/>
                    <a:pt x="9647" y="1118"/>
                  </a:cubicBezTo>
                  <a:lnTo>
                    <a:pt x="9647" y="12692"/>
                  </a:lnTo>
                  <a:cubicBezTo>
                    <a:pt x="9647" y="12990"/>
                    <a:pt x="9442" y="13205"/>
                    <a:pt x="9135" y="13205"/>
                  </a:cubicBezTo>
                  <a:lnTo>
                    <a:pt x="595" y="13205"/>
                  </a:lnTo>
                  <a:lnTo>
                    <a:pt x="595" y="606"/>
                  </a:lnTo>
                  <a:close/>
                  <a:moveTo>
                    <a:pt x="298" y="1"/>
                  </a:moveTo>
                  <a:cubicBezTo>
                    <a:pt x="124" y="1"/>
                    <a:pt x="1" y="134"/>
                    <a:pt x="1" y="308"/>
                  </a:cubicBezTo>
                  <a:lnTo>
                    <a:pt x="1" y="13502"/>
                  </a:lnTo>
                  <a:cubicBezTo>
                    <a:pt x="1" y="13676"/>
                    <a:pt x="124" y="13799"/>
                    <a:pt x="298" y="13799"/>
                  </a:cubicBezTo>
                  <a:lnTo>
                    <a:pt x="9135" y="13799"/>
                  </a:lnTo>
                  <a:cubicBezTo>
                    <a:pt x="9740" y="13799"/>
                    <a:pt x="10252" y="13287"/>
                    <a:pt x="10252" y="12692"/>
                  </a:cubicBezTo>
                  <a:lnTo>
                    <a:pt x="10252" y="1118"/>
                  </a:lnTo>
                  <a:cubicBezTo>
                    <a:pt x="10252" y="513"/>
                    <a:pt x="9740" y="1"/>
                    <a:pt x="9135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8"/>
            <p:cNvSpPr/>
            <p:nvPr/>
          </p:nvSpPr>
          <p:spPr>
            <a:xfrm>
              <a:off x="2036813" y="2521350"/>
              <a:ext cx="58700" cy="343800"/>
            </a:xfrm>
            <a:custGeom>
              <a:rect b="b" l="l" r="r" t="t"/>
              <a:pathLst>
                <a:path extrusionOk="0" h="13752" w="2348">
                  <a:moveTo>
                    <a:pt x="1170" y="594"/>
                  </a:moveTo>
                  <a:cubicBezTo>
                    <a:pt x="1193" y="594"/>
                    <a:pt x="1217" y="596"/>
                    <a:pt x="1241" y="599"/>
                  </a:cubicBezTo>
                  <a:cubicBezTo>
                    <a:pt x="1538" y="599"/>
                    <a:pt x="1753" y="855"/>
                    <a:pt x="1753" y="1152"/>
                  </a:cubicBezTo>
                  <a:lnTo>
                    <a:pt x="1753" y="12214"/>
                  </a:lnTo>
                  <a:lnTo>
                    <a:pt x="1159" y="12942"/>
                  </a:lnTo>
                  <a:lnTo>
                    <a:pt x="605" y="12214"/>
                  </a:lnTo>
                  <a:lnTo>
                    <a:pt x="605" y="1152"/>
                  </a:lnTo>
                  <a:cubicBezTo>
                    <a:pt x="605" y="838"/>
                    <a:pt x="862" y="594"/>
                    <a:pt x="1170" y="594"/>
                  </a:cubicBezTo>
                  <a:close/>
                  <a:moveTo>
                    <a:pt x="1211" y="1"/>
                  </a:moveTo>
                  <a:cubicBezTo>
                    <a:pt x="1180" y="1"/>
                    <a:pt x="1149" y="2"/>
                    <a:pt x="1118" y="4"/>
                  </a:cubicBezTo>
                  <a:cubicBezTo>
                    <a:pt x="472" y="4"/>
                    <a:pt x="0" y="517"/>
                    <a:pt x="0" y="1152"/>
                  </a:cubicBezTo>
                  <a:lnTo>
                    <a:pt x="0" y="12347"/>
                  </a:lnTo>
                  <a:cubicBezTo>
                    <a:pt x="0" y="12388"/>
                    <a:pt x="0" y="12470"/>
                    <a:pt x="41" y="12511"/>
                  </a:cubicBezTo>
                  <a:lnTo>
                    <a:pt x="943" y="13628"/>
                  </a:lnTo>
                  <a:cubicBezTo>
                    <a:pt x="984" y="13710"/>
                    <a:pt x="1066" y="13751"/>
                    <a:pt x="1159" y="13751"/>
                  </a:cubicBezTo>
                  <a:cubicBezTo>
                    <a:pt x="1241" y="13751"/>
                    <a:pt x="1323" y="13710"/>
                    <a:pt x="1415" y="13628"/>
                  </a:cubicBezTo>
                  <a:lnTo>
                    <a:pt x="2266" y="12511"/>
                  </a:lnTo>
                  <a:cubicBezTo>
                    <a:pt x="2307" y="12470"/>
                    <a:pt x="2348" y="12388"/>
                    <a:pt x="2348" y="12347"/>
                  </a:cubicBezTo>
                  <a:lnTo>
                    <a:pt x="2348" y="1152"/>
                  </a:lnTo>
                  <a:cubicBezTo>
                    <a:pt x="2348" y="497"/>
                    <a:pt x="1844" y="1"/>
                    <a:pt x="121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8"/>
            <p:cNvSpPr/>
            <p:nvPr/>
          </p:nvSpPr>
          <p:spPr>
            <a:xfrm>
              <a:off x="1795638" y="2565000"/>
              <a:ext cx="70500" cy="15150"/>
            </a:xfrm>
            <a:custGeom>
              <a:rect b="b" l="l" r="r" t="t"/>
              <a:pathLst>
                <a:path extrusionOk="0" h="606" w="2820">
                  <a:moveTo>
                    <a:pt x="339" y="1"/>
                  </a:moveTo>
                  <a:cubicBezTo>
                    <a:pt x="124" y="1"/>
                    <a:pt x="1" y="175"/>
                    <a:pt x="42" y="349"/>
                  </a:cubicBezTo>
                  <a:cubicBezTo>
                    <a:pt x="42" y="472"/>
                    <a:pt x="165" y="606"/>
                    <a:pt x="339" y="606"/>
                  </a:cubicBezTo>
                  <a:lnTo>
                    <a:pt x="2512" y="606"/>
                  </a:lnTo>
                  <a:cubicBezTo>
                    <a:pt x="2686" y="606"/>
                    <a:pt x="2820" y="431"/>
                    <a:pt x="2820" y="257"/>
                  </a:cubicBezTo>
                  <a:cubicBezTo>
                    <a:pt x="2769" y="93"/>
                    <a:pt x="2645" y="1"/>
                    <a:pt x="2512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8"/>
            <p:cNvSpPr/>
            <p:nvPr/>
          </p:nvSpPr>
          <p:spPr>
            <a:xfrm>
              <a:off x="1795638" y="2608825"/>
              <a:ext cx="48975" cy="15150"/>
            </a:xfrm>
            <a:custGeom>
              <a:rect b="b" l="l" r="r" t="t"/>
              <a:pathLst>
                <a:path extrusionOk="0" h="606" w="1959">
                  <a:moveTo>
                    <a:pt x="339" y="1"/>
                  </a:moveTo>
                  <a:cubicBezTo>
                    <a:pt x="124" y="1"/>
                    <a:pt x="1" y="175"/>
                    <a:pt x="42" y="349"/>
                  </a:cubicBezTo>
                  <a:cubicBezTo>
                    <a:pt x="42" y="472"/>
                    <a:pt x="165" y="606"/>
                    <a:pt x="339" y="606"/>
                  </a:cubicBezTo>
                  <a:lnTo>
                    <a:pt x="1620" y="606"/>
                  </a:lnTo>
                  <a:cubicBezTo>
                    <a:pt x="1795" y="606"/>
                    <a:pt x="1959" y="431"/>
                    <a:pt x="1918" y="257"/>
                  </a:cubicBezTo>
                  <a:cubicBezTo>
                    <a:pt x="1918" y="93"/>
                    <a:pt x="1743" y="1"/>
                    <a:pt x="162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9"/>
          <p:cNvSpPr txBox="1"/>
          <p:nvPr>
            <p:ph type="title"/>
          </p:nvPr>
        </p:nvSpPr>
        <p:spPr>
          <a:xfrm>
            <a:off x="1216475" y="1977150"/>
            <a:ext cx="7401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Pipeline Automatizado</a:t>
            </a:r>
            <a:endParaRPr/>
          </a:p>
        </p:txBody>
      </p:sp>
      <p:sp>
        <p:nvSpPr>
          <p:cNvPr id="468" name="Google Shape;468;p39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 síntese RTL à verificação dual.</a:t>
            </a:r>
            <a:endParaRPr/>
          </a:p>
        </p:txBody>
      </p:sp>
      <p:sp>
        <p:nvSpPr>
          <p:cNvPr id="469" name="Google Shape;469;p39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Pipeline Automatizado</a:t>
            </a:r>
            <a:endParaRPr/>
          </a:p>
        </p:txBody>
      </p:sp>
      <p:sp>
        <p:nvSpPr>
          <p:cNvPr id="475" name="Google Shape;475;p40"/>
          <p:cNvSpPr txBox="1"/>
          <p:nvPr>
            <p:ph idx="1" type="subTitle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Parser</a:t>
            </a:r>
            <a:r>
              <a:rPr lang="en"/>
              <a:t> de tags e Síntese RTL (Geração do Hardware).</a:t>
            </a:r>
            <a:endParaRPr/>
          </a:p>
        </p:txBody>
      </p:sp>
      <p:sp>
        <p:nvSpPr>
          <p:cNvPr id="476" name="Google Shape;476;p40"/>
          <p:cNvSpPr txBox="1"/>
          <p:nvPr>
            <p:ph idx="2" type="subTitle"/>
          </p:nvPr>
        </p:nvSpPr>
        <p:spPr>
          <a:xfrm>
            <a:off x="3319800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Verificação Formal de Hardware (Symbi Yosys) -&gt; Define o "Ground Truth".</a:t>
            </a:r>
            <a:endParaRPr/>
          </a:p>
        </p:txBody>
      </p:sp>
      <p:sp>
        <p:nvSpPr>
          <p:cNvPr id="477" name="Google Shape;477;p40"/>
          <p:cNvSpPr txBox="1"/>
          <p:nvPr>
            <p:ph idx="13" type="subTitle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Passo 4</a:t>
            </a:r>
            <a:endParaRPr/>
          </a:p>
        </p:txBody>
      </p:sp>
      <p:sp>
        <p:nvSpPr>
          <p:cNvPr id="478" name="Google Shape;478;p40"/>
          <p:cNvSpPr txBox="1"/>
          <p:nvPr>
            <p:ph idx="8" type="subTitle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Passo 2</a:t>
            </a:r>
            <a:endParaRPr/>
          </a:p>
        </p:txBody>
      </p:sp>
      <p:sp>
        <p:nvSpPr>
          <p:cNvPr id="479" name="Google Shape;479;p40"/>
          <p:cNvSpPr txBox="1"/>
          <p:nvPr>
            <p:ph idx="7" type="subTitle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Passo 1</a:t>
            </a:r>
            <a:endParaRPr/>
          </a:p>
        </p:txBody>
      </p:sp>
      <p:sp>
        <p:nvSpPr>
          <p:cNvPr id="480" name="Google Shape;480;p40"/>
          <p:cNvSpPr txBox="1"/>
          <p:nvPr>
            <p:ph idx="3" type="subTitle"/>
          </p:nvPr>
        </p:nvSpPr>
        <p:spPr>
          <a:xfrm>
            <a:off x="874134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Geração do Código C para o verificador de software.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0"/>
          <p:cNvSpPr txBox="1"/>
          <p:nvPr>
            <p:ph idx="5" type="subTitle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Extração da AST (Árvore de Sintaxe) em JSON via Yosys.</a:t>
            </a:r>
            <a:endParaRPr/>
          </a:p>
        </p:txBody>
      </p:sp>
      <p:sp>
        <p:nvSpPr>
          <p:cNvPr id="482" name="Google Shape;482;p40"/>
          <p:cNvSpPr txBox="1"/>
          <p:nvPr>
            <p:ph idx="9" type="subTitle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Passo 3</a:t>
            </a:r>
            <a:endParaRPr/>
          </a:p>
        </p:txBody>
      </p:sp>
      <p:grpSp>
        <p:nvGrpSpPr>
          <p:cNvPr id="483" name="Google Shape;483;p40"/>
          <p:cNvGrpSpPr/>
          <p:nvPr/>
        </p:nvGrpSpPr>
        <p:grpSpPr>
          <a:xfrm>
            <a:off x="6693291" y="1464575"/>
            <a:ext cx="343950" cy="299375"/>
            <a:chOff x="5522313" y="3680625"/>
            <a:chExt cx="343950" cy="299375"/>
          </a:xfrm>
        </p:grpSpPr>
        <p:sp>
          <p:nvSpPr>
            <p:cNvPr id="484" name="Google Shape;484;p40"/>
            <p:cNvSpPr/>
            <p:nvPr/>
          </p:nvSpPr>
          <p:spPr>
            <a:xfrm>
              <a:off x="5538463" y="3680625"/>
              <a:ext cx="313975" cy="75125"/>
            </a:xfrm>
            <a:custGeom>
              <a:rect b="b" l="l" r="r" t="t"/>
              <a:pathLst>
                <a:path extrusionOk="0" h="3005" w="12559">
                  <a:moveTo>
                    <a:pt x="1216" y="0"/>
                  </a:moveTo>
                  <a:cubicBezTo>
                    <a:pt x="1128" y="0"/>
                    <a:pt x="1055" y="44"/>
                    <a:pt x="1025" y="103"/>
                  </a:cubicBezTo>
                  <a:lnTo>
                    <a:pt x="0" y="1559"/>
                  </a:lnTo>
                  <a:lnTo>
                    <a:pt x="472" y="1897"/>
                  </a:lnTo>
                  <a:lnTo>
                    <a:pt x="1364" y="616"/>
                  </a:lnTo>
                  <a:lnTo>
                    <a:pt x="3752" y="1087"/>
                  </a:lnTo>
                  <a:cubicBezTo>
                    <a:pt x="4870" y="1302"/>
                    <a:pt x="5639" y="1897"/>
                    <a:pt x="5977" y="2789"/>
                  </a:cubicBezTo>
                  <a:cubicBezTo>
                    <a:pt x="6018" y="2922"/>
                    <a:pt x="6151" y="3004"/>
                    <a:pt x="6274" y="3004"/>
                  </a:cubicBezTo>
                  <a:cubicBezTo>
                    <a:pt x="6367" y="3004"/>
                    <a:pt x="6490" y="2922"/>
                    <a:pt x="6531" y="2789"/>
                  </a:cubicBezTo>
                  <a:cubicBezTo>
                    <a:pt x="6961" y="1682"/>
                    <a:pt x="8027" y="1251"/>
                    <a:pt x="8837" y="1087"/>
                  </a:cubicBezTo>
                  <a:lnTo>
                    <a:pt x="11185" y="616"/>
                  </a:lnTo>
                  <a:lnTo>
                    <a:pt x="12087" y="1897"/>
                  </a:lnTo>
                  <a:lnTo>
                    <a:pt x="12558" y="1507"/>
                  </a:lnTo>
                  <a:lnTo>
                    <a:pt x="11574" y="103"/>
                  </a:lnTo>
                  <a:cubicBezTo>
                    <a:pt x="11515" y="44"/>
                    <a:pt x="11429" y="0"/>
                    <a:pt x="11355" y="0"/>
                  </a:cubicBezTo>
                  <a:cubicBezTo>
                    <a:pt x="11326" y="0"/>
                    <a:pt x="11300" y="7"/>
                    <a:pt x="11277" y="21"/>
                  </a:cubicBezTo>
                  <a:lnTo>
                    <a:pt x="8714" y="482"/>
                  </a:lnTo>
                  <a:cubicBezTo>
                    <a:pt x="7597" y="739"/>
                    <a:pt x="6746" y="1251"/>
                    <a:pt x="6274" y="2020"/>
                  </a:cubicBezTo>
                  <a:cubicBezTo>
                    <a:pt x="5762" y="1251"/>
                    <a:pt x="4952" y="739"/>
                    <a:pt x="3845" y="482"/>
                  </a:cubicBezTo>
                  <a:lnTo>
                    <a:pt x="1323" y="21"/>
                  </a:lnTo>
                  <a:cubicBezTo>
                    <a:pt x="1286" y="7"/>
                    <a:pt x="1250" y="0"/>
                    <a:pt x="1216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40"/>
            <p:cNvSpPr/>
            <p:nvPr/>
          </p:nvSpPr>
          <p:spPr>
            <a:xfrm>
              <a:off x="5522313" y="3713175"/>
              <a:ext cx="343950" cy="266825"/>
            </a:xfrm>
            <a:custGeom>
              <a:rect b="b" l="l" r="r" t="t"/>
              <a:pathLst>
                <a:path extrusionOk="0" h="10673" w="13758">
                  <a:moveTo>
                    <a:pt x="646" y="677"/>
                  </a:moveTo>
                  <a:lnTo>
                    <a:pt x="5301" y="1579"/>
                  </a:lnTo>
                  <a:lnTo>
                    <a:pt x="5301" y="9052"/>
                  </a:lnTo>
                  <a:lnTo>
                    <a:pt x="646" y="7515"/>
                  </a:lnTo>
                  <a:lnTo>
                    <a:pt x="646" y="677"/>
                  </a:lnTo>
                  <a:close/>
                  <a:moveTo>
                    <a:pt x="13204" y="677"/>
                  </a:moveTo>
                  <a:lnTo>
                    <a:pt x="13204" y="7515"/>
                  </a:lnTo>
                  <a:lnTo>
                    <a:pt x="8499" y="9052"/>
                  </a:lnTo>
                  <a:lnTo>
                    <a:pt x="8499" y="1620"/>
                  </a:lnTo>
                  <a:lnTo>
                    <a:pt x="13204" y="677"/>
                  </a:lnTo>
                  <a:close/>
                  <a:moveTo>
                    <a:pt x="5854" y="1661"/>
                  </a:moveTo>
                  <a:lnTo>
                    <a:pt x="6879" y="1876"/>
                  </a:lnTo>
                  <a:lnTo>
                    <a:pt x="6961" y="1876"/>
                  </a:lnTo>
                  <a:lnTo>
                    <a:pt x="7904" y="1702"/>
                  </a:lnTo>
                  <a:lnTo>
                    <a:pt x="7904" y="9432"/>
                  </a:lnTo>
                  <a:lnTo>
                    <a:pt x="7904" y="9483"/>
                  </a:lnTo>
                  <a:cubicBezTo>
                    <a:pt x="7689" y="9862"/>
                    <a:pt x="7310" y="10078"/>
                    <a:pt x="6879" y="10078"/>
                  </a:cubicBezTo>
                  <a:cubicBezTo>
                    <a:pt x="6449" y="10078"/>
                    <a:pt x="6069" y="9862"/>
                    <a:pt x="5895" y="9483"/>
                  </a:cubicBezTo>
                  <a:lnTo>
                    <a:pt x="5854" y="9432"/>
                  </a:lnTo>
                  <a:lnTo>
                    <a:pt x="5854" y="1661"/>
                  </a:lnTo>
                  <a:close/>
                  <a:moveTo>
                    <a:pt x="349" y="0"/>
                  </a:moveTo>
                  <a:cubicBezTo>
                    <a:pt x="216" y="0"/>
                    <a:pt x="93" y="41"/>
                    <a:pt x="42" y="164"/>
                  </a:cubicBezTo>
                  <a:cubicBezTo>
                    <a:pt x="1" y="205"/>
                    <a:pt x="1" y="257"/>
                    <a:pt x="1" y="298"/>
                  </a:cubicBezTo>
                  <a:lnTo>
                    <a:pt x="1" y="7730"/>
                  </a:lnTo>
                  <a:cubicBezTo>
                    <a:pt x="1" y="7853"/>
                    <a:pt x="93" y="7986"/>
                    <a:pt x="216" y="8027"/>
                  </a:cubicBezTo>
                  <a:lnTo>
                    <a:pt x="5383" y="9739"/>
                  </a:lnTo>
                  <a:cubicBezTo>
                    <a:pt x="5639" y="10293"/>
                    <a:pt x="6244" y="10672"/>
                    <a:pt x="6879" y="10672"/>
                  </a:cubicBezTo>
                  <a:cubicBezTo>
                    <a:pt x="7525" y="10672"/>
                    <a:pt x="8120" y="10293"/>
                    <a:pt x="8417" y="9739"/>
                  </a:cubicBezTo>
                  <a:lnTo>
                    <a:pt x="13584" y="8027"/>
                  </a:lnTo>
                  <a:cubicBezTo>
                    <a:pt x="13717" y="7986"/>
                    <a:pt x="13758" y="7853"/>
                    <a:pt x="13758" y="7730"/>
                  </a:cubicBezTo>
                  <a:lnTo>
                    <a:pt x="13758" y="298"/>
                  </a:lnTo>
                  <a:cubicBezTo>
                    <a:pt x="13758" y="205"/>
                    <a:pt x="13717" y="123"/>
                    <a:pt x="13676" y="82"/>
                  </a:cubicBezTo>
                  <a:cubicBezTo>
                    <a:pt x="13584" y="0"/>
                    <a:pt x="13502" y="0"/>
                    <a:pt x="13420" y="0"/>
                  </a:cubicBezTo>
                  <a:lnTo>
                    <a:pt x="6920" y="1323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40"/>
            <p:cNvSpPr/>
            <p:nvPr/>
          </p:nvSpPr>
          <p:spPr>
            <a:xfrm>
              <a:off x="5763738" y="3811325"/>
              <a:ext cx="59725" cy="25650"/>
            </a:xfrm>
            <a:custGeom>
              <a:rect b="b" l="l" r="r" t="t"/>
              <a:pathLst>
                <a:path extrusionOk="0" h="1026" w="2389">
                  <a:moveTo>
                    <a:pt x="1969" y="1"/>
                  </a:moveTo>
                  <a:lnTo>
                    <a:pt x="257" y="472"/>
                  </a:lnTo>
                  <a:cubicBezTo>
                    <a:pt x="82" y="513"/>
                    <a:pt x="0" y="636"/>
                    <a:pt x="0" y="811"/>
                  </a:cubicBezTo>
                  <a:cubicBezTo>
                    <a:pt x="41" y="944"/>
                    <a:pt x="175" y="1026"/>
                    <a:pt x="298" y="1026"/>
                  </a:cubicBezTo>
                  <a:lnTo>
                    <a:pt x="380" y="1026"/>
                  </a:lnTo>
                  <a:lnTo>
                    <a:pt x="2133" y="595"/>
                  </a:lnTo>
                  <a:cubicBezTo>
                    <a:pt x="2307" y="554"/>
                    <a:pt x="2389" y="380"/>
                    <a:pt x="2348" y="257"/>
                  </a:cubicBezTo>
                  <a:cubicBezTo>
                    <a:pt x="2307" y="83"/>
                    <a:pt x="2133" y="1"/>
                    <a:pt x="1969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0"/>
            <p:cNvSpPr/>
            <p:nvPr/>
          </p:nvSpPr>
          <p:spPr>
            <a:xfrm>
              <a:off x="5763738" y="3768275"/>
              <a:ext cx="59725" cy="24875"/>
            </a:xfrm>
            <a:custGeom>
              <a:rect b="b" l="l" r="r" t="t"/>
              <a:pathLst>
                <a:path extrusionOk="0" h="995" w="2389">
                  <a:moveTo>
                    <a:pt x="2053" y="0"/>
                  </a:moveTo>
                  <a:cubicBezTo>
                    <a:pt x="2025" y="0"/>
                    <a:pt x="1997" y="4"/>
                    <a:pt x="1969" y="11"/>
                  </a:cubicBezTo>
                  <a:lnTo>
                    <a:pt x="257" y="441"/>
                  </a:lnTo>
                  <a:cubicBezTo>
                    <a:pt x="82" y="482"/>
                    <a:pt x="0" y="616"/>
                    <a:pt x="0" y="780"/>
                  </a:cubicBezTo>
                  <a:cubicBezTo>
                    <a:pt x="41" y="913"/>
                    <a:pt x="175" y="995"/>
                    <a:pt x="298" y="995"/>
                  </a:cubicBezTo>
                  <a:lnTo>
                    <a:pt x="380" y="995"/>
                  </a:lnTo>
                  <a:lnTo>
                    <a:pt x="2133" y="564"/>
                  </a:lnTo>
                  <a:cubicBezTo>
                    <a:pt x="2307" y="523"/>
                    <a:pt x="2389" y="359"/>
                    <a:pt x="2348" y="226"/>
                  </a:cubicBezTo>
                  <a:cubicBezTo>
                    <a:pt x="2314" y="81"/>
                    <a:pt x="2188" y="0"/>
                    <a:pt x="2053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40"/>
          <p:cNvGrpSpPr/>
          <p:nvPr/>
        </p:nvGrpSpPr>
        <p:grpSpPr>
          <a:xfrm>
            <a:off x="1801434" y="2988825"/>
            <a:ext cx="345000" cy="255300"/>
            <a:chOff x="3247763" y="3702400"/>
            <a:chExt cx="345000" cy="255300"/>
          </a:xfrm>
        </p:grpSpPr>
        <p:sp>
          <p:nvSpPr>
            <p:cNvPr id="489" name="Google Shape;489;p40"/>
            <p:cNvSpPr/>
            <p:nvPr/>
          </p:nvSpPr>
          <p:spPr>
            <a:xfrm>
              <a:off x="3466638" y="3704450"/>
              <a:ext cx="47175" cy="212500"/>
            </a:xfrm>
            <a:custGeom>
              <a:rect b="b" l="l" r="r" t="t"/>
              <a:pathLst>
                <a:path extrusionOk="0" h="8500" w="1887">
                  <a:moveTo>
                    <a:pt x="564" y="1"/>
                  </a:moveTo>
                  <a:lnTo>
                    <a:pt x="134" y="431"/>
                  </a:lnTo>
                  <a:lnTo>
                    <a:pt x="984" y="1323"/>
                  </a:lnTo>
                  <a:lnTo>
                    <a:pt x="134" y="2184"/>
                  </a:lnTo>
                  <a:cubicBezTo>
                    <a:pt x="52" y="2266"/>
                    <a:pt x="52" y="2307"/>
                    <a:pt x="52" y="2400"/>
                  </a:cubicBezTo>
                  <a:cubicBezTo>
                    <a:pt x="52" y="2482"/>
                    <a:pt x="52" y="2564"/>
                    <a:pt x="134" y="2605"/>
                  </a:cubicBezTo>
                  <a:lnTo>
                    <a:pt x="984" y="3507"/>
                  </a:lnTo>
                  <a:lnTo>
                    <a:pt x="134" y="4399"/>
                  </a:lnTo>
                  <a:cubicBezTo>
                    <a:pt x="0" y="4491"/>
                    <a:pt x="0" y="4706"/>
                    <a:pt x="134" y="4788"/>
                  </a:cubicBezTo>
                  <a:lnTo>
                    <a:pt x="984" y="5680"/>
                  </a:lnTo>
                  <a:lnTo>
                    <a:pt x="134" y="6582"/>
                  </a:lnTo>
                  <a:cubicBezTo>
                    <a:pt x="0" y="6664"/>
                    <a:pt x="0" y="6839"/>
                    <a:pt x="93" y="6962"/>
                  </a:cubicBezTo>
                  <a:lnTo>
                    <a:pt x="1415" y="8499"/>
                  </a:lnTo>
                  <a:lnTo>
                    <a:pt x="1887" y="8120"/>
                  </a:lnTo>
                  <a:lnTo>
                    <a:pt x="728" y="6798"/>
                  </a:lnTo>
                  <a:lnTo>
                    <a:pt x="1630" y="5895"/>
                  </a:lnTo>
                  <a:cubicBezTo>
                    <a:pt x="1671" y="5854"/>
                    <a:pt x="1712" y="5772"/>
                    <a:pt x="1712" y="5680"/>
                  </a:cubicBezTo>
                  <a:cubicBezTo>
                    <a:pt x="1712" y="5598"/>
                    <a:pt x="1671" y="5516"/>
                    <a:pt x="1630" y="5475"/>
                  </a:cubicBezTo>
                  <a:lnTo>
                    <a:pt x="728" y="4573"/>
                  </a:lnTo>
                  <a:lnTo>
                    <a:pt x="1630" y="3722"/>
                  </a:lnTo>
                  <a:cubicBezTo>
                    <a:pt x="1671" y="3630"/>
                    <a:pt x="1712" y="3589"/>
                    <a:pt x="1712" y="3507"/>
                  </a:cubicBezTo>
                  <a:cubicBezTo>
                    <a:pt x="1712" y="3425"/>
                    <a:pt x="1671" y="3333"/>
                    <a:pt x="1630" y="3292"/>
                  </a:cubicBezTo>
                  <a:lnTo>
                    <a:pt x="728" y="2400"/>
                  </a:lnTo>
                  <a:lnTo>
                    <a:pt x="1630" y="1539"/>
                  </a:lnTo>
                  <a:cubicBezTo>
                    <a:pt x="1753" y="1416"/>
                    <a:pt x="1753" y="1200"/>
                    <a:pt x="1630" y="1118"/>
                  </a:cubicBezTo>
                  <a:lnTo>
                    <a:pt x="564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0"/>
            <p:cNvSpPr/>
            <p:nvPr/>
          </p:nvSpPr>
          <p:spPr>
            <a:xfrm>
              <a:off x="3247763" y="3702400"/>
              <a:ext cx="345000" cy="255300"/>
            </a:xfrm>
            <a:custGeom>
              <a:rect b="b" l="l" r="r" t="t"/>
              <a:pathLst>
                <a:path extrusionOk="0" h="10212" w="13800">
                  <a:moveTo>
                    <a:pt x="5167" y="595"/>
                  </a:moveTo>
                  <a:cubicBezTo>
                    <a:pt x="5731" y="595"/>
                    <a:pt x="6244" y="852"/>
                    <a:pt x="6623" y="1282"/>
                  </a:cubicBezTo>
                  <a:lnTo>
                    <a:pt x="6623" y="2092"/>
                  </a:lnTo>
                  <a:lnTo>
                    <a:pt x="6623" y="8540"/>
                  </a:lnTo>
                  <a:cubicBezTo>
                    <a:pt x="6192" y="8243"/>
                    <a:pt x="5680" y="8069"/>
                    <a:pt x="5167" y="8069"/>
                  </a:cubicBezTo>
                  <a:lnTo>
                    <a:pt x="605" y="8069"/>
                  </a:lnTo>
                  <a:lnTo>
                    <a:pt x="605" y="595"/>
                  </a:lnTo>
                  <a:close/>
                  <a:moveTo>
                    <a:pt x="13204" y="595"/>
                  </a:moveTo>
                  <a:lnTo>
                    <a:pt x="13204" y="8069"/>
                  </a:lnTo>
                  <a:lnTo>
                    <a:pt x="8632" y="8069"/>
                  </a:lnTo>
                  <a:cubicBezTo>
                    <a:pt x="8120" y="8069"/>
                    <a:pt x="7607" y="8243"/>
                    <a:pt x="7177" y="8540"/>
                  </a:cubicBezTo>
                  <a:lnTo>
                    <a:pt x="7177" y="2092"/>
                  </a:lnTo>
                  <a:lnTo>
                    <a:pt x="7177" y="1282"/>
                  </a:lnTo>
                  <a:cubicBezTo>
                    <a:pt x="7566" y="852"/>
                    <a:pt x="8079" y="595"/>
                    <a:pt x="8632" y="595"/>
                  </a:cubicBezTo>
                  <a:close/>
                  <a:moveTo>
                    <a:pt x="5167" y="8674"/>
                  </a:moveTo>
                  <a:cubicBezTo>
                    <a:pt x="5598" y="8674"/>
                    <a:pt x="6028" y="8838"/>
                    <a:pt x="6367" y="9094"/>
                  </a:cubicBezTo>
                  <a:cubicBezTo>
                    <a:pt x="6151" y="9227"/>
                    <a:pt x="5936" y="9401"/>
                    <a:pt x="5854" y="9606"/>
                  </a:cubicBezTo>
                  <a:lnTo>
                    <a:pt x="605" y="9606"/>
                  </a:lnTo>
                  <a:lnTo>
                    <a:pt x="605" y="8674"/>
                  </a:lnTo>
                  <a:close/>
                  <a:moveTo>
                    <a:pt x="13204" y="8674"/>
                  </a:moveTo>
                  <a:lnTo>
                    <a:pt x="13204" y="9606"/>
                  </a:lnTo>
                  <a:lnTo>
                    <a:pt x="7945" y="9606"/>
                  </a:lnTo>
                  <a:cubicBezTo>
                    <a:pt x="7863" y="9401"/>
                    <a:pt x="7648" y="9227"/>
                    <a:pt x="7433" y="9094"/>
                  </a:cubicBezTo>
                  <a:cubicBezTo>
                    <a:pt x="7781" y="8838"/>
                    <a:pt x="8202" y="8674"/>
                    <a:pt x="8632" y="8674"/>
                  </a:cubicBezTo>
                  <a:close/>
                  <a:moveTo>
                    <a:pt x="298" y="1"/>
                  </a:moveTo>
                  <a:cubicBezTo>
                    <a:pt x="134" y="1"/>
                    <a:pt x="1" y="124"/>
                    <a:pt x="1" y="298"/>
                  </a:cubicBezTo>
                  <a:lnTo>
                    <a:pt x="1" y="8417"/>
                  </a:lnTo>
                  <a:lnTo>
                    <a:pt x="1" y="9914"/>
                  </a:lnTo>
                  <a:cubicBezTo>
                    <a:pt x="1" y="10078"/>
                    <a:pt x="134" y="10211"/>
                    <a:pt x="298" y="10211"/>
                  </a:cubicBezTo>
                  <a:lnTo>
                    <a:pt x="6028" y="10211"/>
                  </a:lnTo>
                  <a:cubicBezTo>
                    <a:pt x="6151" y="10211"/>
                    <a:pt x="6285" y="10119"/>
                    <a:pt x="6326" y="9996"/>
                  </a:cubicBezTo>
                  <a:cubicBezTo>
                    <a:pt x="6408" y="9740"/>
                    <a:pt x="6623" y="9565"/>
                    <a:pt x="6879" y="9565"/>
                  </a:cubicBezTo>
                  <a:lnTo>
                    <a:pt x="6920" y="9565"/>
                  </a:lnTo>
                  <a:cubicBezTo>
                    <a:pt x="7177" y="9565"/>
                    <a:pt x="7392" y="9740"/>
                    <a:pt x="7474" y="9996"/>
                  </a:cubicBezTo>
                  <a:cubicBezTo>
                    <a:pt x="7525" y="10119"/>
                    <a:pt x="7648" y="10211"/>
                    <a:pt x="7781" y="10211"/>
                  </a:cubicBezTo>
                  <a:lnTo>
                    <a:pt x="13502" y="10211"/>
                  </a:lnTo>
                  <a:cubicBezTo>
                    <a:pt x="13676" y="10211"/>
                    <a:pt x="13799" y="10078"/>
                    <a:pt x="13799" y="9914"/>
                  </a:cubicBezTo>
                  <a:lnTo>
                    <a:pt x="13799" y="8376"/>
                  </a:lnTo>
                  <a:lnTo>
                    <a:pt x="13799" y="298"/>
                  </a:lnTo>
                  <a:cubicBezTo>
                    <a:pt x="13799" y="124"/>
                    <a:pt x="13676" y="1"/>
                    <a:pt x="13502" y="1"/>
                  </a:cubicBezTo>
                  <a:lnTo>
                    <a:pt x="8632" y="1"/>
                  </a:lnTo>
                  <a:cubicBezTo>
                    <a:pt x="7986" y="1"/>
                    <a:pt x="7351" y="257"/>
                    <a:pt x="6879" y="729"/>
                  </a:cubicBezTo>
                  <a:cubicBezTo>
                    <a:pt x="6449" y="257"/>
                    <a:pt x="5813" y="1"/>
                    <a:pt x="5167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0"/>
            <p:cNvSpPr/>
            <p:nvPr/>
          </p:nvSpPr>
          <p:spPr>
            <a:xfrm>
              <a:off x="3291588" y="3751625"/>
              <a:ext cx="93050" cy="14875"/>
            </a:xfrm>
            <a:custGeom>
              <a:rect b="b" l="l" r="r" t="t"/>
              <a:pathLst>
                <a:path extrusionOk="0" h="595" w="3722">
                  <a:moveTo>
                    <a:pt x="339" y="0"/>
                  </a:moveTo>
                  <a:cubicBezTo>
                    <a:pt x="175" y="0"/>
                    <a:pt x="1" y="164"/>
                    <a:pt x="42" y="338"/>
                  </a:cubicBezTo>
                  <a:cubicBezTo>
                    <a:pt x="83" y="513"/>
                    <a:pt x="216" y="595"/>
                    <a:pt x="339" y="595"/>
                  </a:cubicBezTo>
                  <a:lnTo>
                    <a:pt x="3373" y="595"/>
                  </a:lnTo>
                  <a:cubicBezTo>
                    <a:pt x="3589" y="595"/>
                    <a:pt x="3722" y="461"/>
                    <a:pt x="3671" y="256"/>
                  </a:cubicBezTo>
                  <a:cubicBezTo>
                    <a:pt x="3671" y="123"/>
                    <a:pt x="3548" y="0"/>
                    <a:pt x="3373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40"/>
            <p:cNvSpPr/>
            <p:nvPr/>
          </p:nvSpPr>
          <p:spPr>
            <a:xfrm>
              <a:off x="3291588" y="3800575"/>
              <a:ext cx="93050" cy="15125"/>
            </a:xfrm>
            <a:custGeom>
              <a:rect b="b" l="l" r="r" t="t"/>
              <a:pathLst>
                <a:path extrusionOk="0" h="605" w="3722">
                  <a:moveTo>
                    <a:pt x="339" y="0"/>
                  </a:moveTo>
                  <a:cubicBezTo>
                    <a:pt x="175" y="0"/>
                    <a:pt x="1" y="174"/>
                    <a:pt x="42" y="349"/>
                  </a:cubicBezTo>
                  <a:cubicBezTo>
                    <a:pt x="83" y="513"/>
                    <a:pt x="216" y="605"/>
                    <a:pt x="339" y="605"/>
                  </a:cubicBezTo>
                  <a:lnTo>
                    <a:pt x="3373" y="605"/>
                  </a:lnTo>
                  <a:cubicBezTo>
                    <a:pt x="3589" y="605"/>
                    <a:pt x="3722" y="472"/>
                    <a:pt x="3671" y="256"/>
                  </a:cubicBezTo>
                  <a:cubicBezTo>
                    <a:pt x="3671" y="133"/>
                    <a:pt x="3548" y="0"/>
                    <a:pt x="3373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40"/>
            <p:cNvSpPr/>
            <p:nvPr/>
          </p:nvSpPr>
          <p:spPr>
            <a:xfrm>
              <a:off x="3291588" y="3849775"/>
              <a:ext cx="82300" cy="14875"/>
            </a:xfrm>
            <a:custGeom>
              <a:rect b="b" l="l" r="r" t="t"/>
              <a:pathLst>
                <a:path extrusionOk="0" h="595" w="3292">
                  <a:moveTo>
                    <a:pt x="339" y="0"/>
                  </a:moveTo>
                  <a:cubicBezTo>
                    <a:pt x="175" y="0"/>
                    <a:pt x="1" y="175"/>
                    <a:pt x="42" y="339"/>
                  </a:cubicBezTo>
                  <a:cubicBezTo>
                    <a:pt x="83" y="513"/>
                    <a:pt x="216" y="595"/>
                    <a:pt x="339" y="595"/>
                  </a:cubicBezTo>
                  <a:lnTo>
                    <a:pt x="2953" y="595"/>
                  </a:lnTo>
                  <a:cubicBezTo>
                    <a:pt x="3117" y="595"/>
                    <a:pt x="3291" y="431"/>
                    <a:pt x="3250" y="257"/>
                  </a:cubicBezTo>
                  <a:cubicBezTo>
                    <a:pt x="3250" y="123"/>
                    <a:pt x="3076" y="0"/>
                    <a:pt x="2953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4" name="Google Shape;494;p40"/>
          <p:cNvGrpSpPr/>
          <p:nvPr/>
        </p:nvGrpSpPr>
        <p:grpSpPr>
          <a:xfrm>
            <a:off x="1801959" y="1475725"/>
            <a:ext cx="343950" cy="277075"/>
            <a:chOff x="4735263" y="2554500"/>
            <a:chExt cx="343950" cy="277075"/>
          </a:xfrm>
        </p:grpSpPr>
        <p:sp>
          <p:nvSpPr>
            <p:cNvPr id="495" name="Google Shape;495;p40"/>
            <p:cNvSpPr/>
            <p:nvPr/>
          </p:nvSpPr>
          <p:spPr>
            <a:xfrm>
              <a:off x="4942588" y="2603450"/>
              <a:ext cx="92800" cy="15150"/>
            </a:xfrm>
            <a:custGeom>
              <a:rect b="b" l="l" r="r" t="t"/>
              <a:pathLst>
                <a:path extrusionOk="0" h="606" w="3712">
                  <a:moveTo>
                    <a:pt x="339" y="1"/>
                  </a:moveTo>
                  <a:cubicBezTo>
                    <a:pt x="165" y="1"/>
                    <a:pt x="1" y="175"/>
                    <a:pt x="42" y="349"/>
                  </a:cubicBezTo>
                  <a:cubicBezTo>
                    <a:pt x="83" y="472"/>
                    <a:pt x="216" y="605"/>
                    <a:pt x="339" y="605"/>
                  </a:cubicBezTo>
                  <a:lnTo>
                    <a:pt x="3414" y="605"/>
                  </a:lnTo>
                  <a:cubicBezTo>
                    <a:pt x="3589" y="605"/>
                    <a:pt x="3712" y="431"/>
                    <a:pt x="3671" y="257"/>
                  </a:cubicBezTo>
                  <a:cubicBezTo>
                    <a:pt x="3671" y="93"/>
                    <a:pt x="3548" y="1"/>
                    <a:pt x="3373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40"/>
            <p:cNvSpPr/>
            <p:nvPr/>
          </p:nvSpPr>
          <p:spPr>
            <a:xfrm>
              <a:off x="4833663" y="2652650"/>
              <a:ext cx="38475" cy="14900"/>
            </a:xfrm>
            <a:custGeom>
              <a:rect b="b" l="l" r="r" t="t"/>
              <a:pathLst>
                <a:path extrusionOk="0" h="596" w="1539">
                  <a:moveTo>
                    <a:pt x="339" y="1"/>
                  </a:moveTo>
                  <a:cubicBezTo>
                    <a:pt x="124" y="1"/>
                    <a:pt x="1" y="175"/>
                    <a:pt x="42" y="339"/>
                  </a:cubicBezTo>
                  <a:cubicBezTo>
                    <a:pt x="42" y="472"/>
                    <a:pt x="165" y="596"/>
                    <a:pt x="339" y="596"/>
                  </a:cubicBezTo>
                  <a:lnTo>
                    <a:pt x="1190" y="596"/>
                  </a:lnTo>
                  <a:cubicBezTo>
                    <a:pt x="1364" y="596"/>
                    <a:pt x="1538" y="431"/>
                    <a:pt x="1497" y="257"/>
                  </a:cubicBezTo>
                  <a:cubicBezTo>
                    <a:pt x="1446" y="83"/>
                    <a:pt x="1323" y="1"/>
                    <a:pt x="119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0"/>
            <p:cNvSpPr/>
            <p:nvPr/>
          </p:nvSpPr>
          <p:spPr>
            <a:xfrm>
              <a:off x="4942588" y="2652650"/>
              <a:ext cx="92800" cy="14900"/>
            </a:xfrm>
            <a:custGeom>
              <a:rect b="b" l="l" r="r" t="t"/>
              <a:pathLst>
                <a:path extrusionOk="0" h="596" w="3712">
                  <a:moveTo>
                    <a:pt x="339" y="1"/>
                  </a:moveTo>
                  <a:cubicBezTo>
                    <a:pt x="165" y="1"/>
                    <a:pt x="1" y="175"/>
                    <a:pt x="42" y="339"/>
                  </a:cubicBezTo>
                  <a:cubicBezTo>
                    <a:pt x="83" y="472"/>
                    <a:pt x="216" y="596"/>
                    <a:pt x="339" y="596"/>
                  </a:cubicBezTo>
                  <a:lnTo>
                    <a:pt x="3414" y="596"/>
                  </a:lnTo>
                  <a:cubicBezTo>
                    <a:pt x="3589" y="596"/>
                    <a:pt x="3712" y="431"/>
                    <a:pt x="3671" y="257"/>
                  </a:cubicBezTo>
                  <a:cubicBezTo>
                    <a:pt x="3671" y="83"/>
                    <a:pt x="3548" y="1"/>
                    <a:pt x="337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40"/>
            <p:cNvSpPr/>
            <p:nvPr/>
          </p:nvSpPr>
          <p:spPr>
            <a:xfrm>
              <a:off x="4942588" y="2701875"/>
              <a:ext cx="92800" cy="14875"/>
            </a:xfrm>
            <a:custGeom>
              <a:rect b="b" l="l" r="r" t="t"/>
              <a:pathLst>
                <a:path extrusionOk="0" h="595" w="3712">
                  <a:moveTo>
                    <a:pt x="339" y="0"/>
                  </a:moveTo>
                  <a:cubicBezTo>
                    <a:pt x="165" y="0"/>
                    <a:pt x="1" y="164"/>
                    <a:pt x="42" y="338"/>
                  </a:cubicBezTo>
                  <a:cubicBezTo>
                    <a:pt x="83" y="513"/>
                    <a:pt x="216" y="595"/>
                    <a:pt x="339" y="595"/>
                  </a:cubicBezTo>
                  <a:lnTo>
                    <a:pt x="3414" y="595"/>
                  </a:lnTo>
                  <a:cubicBezTo>
                    <a:pt x="3589" y="595"/>
                    <a:pt x="3712" y="472"/>
                    <a:pt x="3671" y="256"/>
                  </a:cubicBezTo>
                  <a:cubicBezTo>
                    <a:pt x="3671" y="123"/>
                    <a:pt x="3548" y="0"/>
                    <a:pt x="3373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40"/>
            <p:cNvSpPr/>
            <p:nvPr/>
          </p:nvSpPr>
          <p:spPr>
            <a:xfrm>
              <a:off x="4735263" y="2554500"/>
              <a:ext cx="343950" cy="277075"/>
            </a:xfrm>
            <a:custGeom>
              <a:rect b="b" l="l" r="r" t="t"/>
              <a:pathLst>
                <a:path extrusionOk="0" h="11083" w="13758">
                  <a:moveTo>
                    <a:pt x="1753" y="595"/>
                  </a:moveTo>
                  <a:lnTo>
                    <a:pt x="1753" y="8069"/>
                  </a:lnTo>
                  <a:lnTo>
                    <a:pt x="605" y="8069"/>
                  </a:lnTo>
                  <a:lnTo>
                    <a:pt x="605" y="595"/>
                  </a:lnTo>
                  <a:close/>
                  <a:moveTo>
                    <a:pt x="5126" y="595"/>
                  </a:moveTo>
                  <a:cubicBezTo>
                    <a:pt x="5690" y="595"/>
                    <a:pt x="6243" y="851"/>
                    <a:pt x="6582" y="1282"/>
                  </a:cubicBezTo>
                  <a:lnTo>
                    <a:pt x="6582" y="8540"/>
                  </a:lnTo>
                  <a:cubicBezTo>
                    <a:pt x="6151" y="8243"/>
                    <a:pt x="5639" y="8069"/>
                    <a:pt x="5126" y="8069"/>
                  </a:cubicBezTo>
                  <a:lnTo>
                    <a:pt x="4101" y="8069"/>
                  </a:lnTo>
                  <a:lnTo>
                    <a:pt x="4101" y="6449"/>
                  </a:lnTo>
                  <a:cubicBezTo>
                    <a:pt x="4152" y="6490"/>
                    <a:pt x="4193" y="6490"/>
                    <a:pt x="4234" y="6490"/>
                  </a:cubicBezTo>
                  <a:lnTo>
                    <a:pt x="5126" y="6490"/>
                  </a:lnTo>
                  <a:cubicBezTo>
                    <a:pt x="5259" y="6490"/>
                    <a:pt x="5382" y="6408"/>
                    <a:pt x="5433" y="6233"/>
                  </a:cubicBezTo>
                  <a:cubicBezTo>
                    <a:pt x="5433" y="6059"/>
                    <a:pt x="5300" y="5895"/>
                    <a:pt x="5126" y="5895"/>
                  </a:cubicBezTo>
                  <a:lnTo>
                    <a:pt x="4234" y="5895"/>
                  </a:lnTo>
                  <a:cubicBezTo>
                    <a:pt x="4193" y="5895"/>
                    <a:pt x="4152" y="5936"/>
                    <a:pt x="4101" y="5936"/>
                  </a:cubicBezTo>
                  <a:lnTo>
                    <a:pt x="4101" y="2522"/>
                  </a:lnTo>
                  <a:cubicBezTo>
                    <a:pt x="4152" y="2522"/>
                    <a:pt x="4193" y="2563"/>
                    <a:pt x="4234" y="2563"/>
                  </a:cubicBezTo>
                  <a:lnTo>
                    <a:pt x="5126" y="2563"/>
                  </a:lnTo>
                  <a:cubicBezTo>
                    <a:pt x="5259" y="2563"/>
                    <a:pt x="5382" y="2430"/>
                    <a:pt x="5433" y="2307"/>
                  </a:cubicBezTo>
                  <a:cubicBezTo>
                    <a:pt x="5433" y="2133"/>
                    <a:pt x="5300" y="1959"/>
                    <a:pt x="5126" y="1959"/>
                  </a:cubicBezTo>
                  <a:lnTo>
                    <a:pt x="4234" y="1959"/>
                  </a:lnTo>
                  <a:cubicBezTo>
                    <a:pt x="4193" y="1959"/>
                    <a:pt x="4152" y="1959"/>
                    <a:pt x="4101" y="2010"/>
                  </a:cubicBezTo>
                  <a:lnTo>
                    <a:pt x="4101" y="595"/>
                  </a:lnTo>
                  <a:close/>
                  <a:moveTo>
                    <a:pt x="13163" y="595"/>
                  </a:moveTo>
                  <a:lnTo>
                    <a:pt x="13163" y="8069"/>
                  </a:lnTo>
                  <a:lnTo>
                    <a:pt x="8632" y="8069"/>
                  </a:lnTo>
                  <a:cubicBezTo>
                    <a:pt x="8119" y="8069"/>
                    <a:pt x="7607" y="8243"/>
                    <a:pt x="7176" y="8540"/>
                  </a:cubicBezTo>
                  <a:lnTo>
                    <a:pt x="7176" y="1282"/>
                  </a:lnTo>
                  <a:cubicBezTo>
                    <a:pt x="7525" y="851"/>
                    <a:pt x="8078" y="595"/>
                    <a:pt x="8632" y="595"/>
                  </a:cubicBezTo>
                  <a:close/>
                  <a:moveTo>
                    <a:pt x="1753" y="8673"/>
                  </a:moveTo>
                  <a:lnTo>
                    <a:pt x="1753" y="9606"/>
                  </a:lnTo>
                  <a:lnTo>
                    <a:pt x="605" y="9606"/>
                  </a:lnTo>
                  <a:lnTo>
                    <a:pt x="605" y="8673"/>
                  </a:lnTo>
                  <a:close/>
                  <a:moveTo>
                    <a:pt x="5126" y="8673"/>
                  </a:moveTo>
                  <a:cubicBezTo>
                    <a:pt x="5556" y="8673"/>
                    <a:pt x="5987" y="8837"/>
                    <a:pt x="6325" y="9094"/>
                  </a:cubicBezTo>
                  <a:cubicBezTo>
                    <a:pt x="6110" y="9227"/>
                    <a:pt x="5946" y="9391"/>
                    <a:pt x="5813" y="9606"/>
                  </a:cubicBezTo>
                  <a:lnTo>
                    <a:pt x="4101" y="9606"/>
                  </a:lnTo>
                  <a:lnTo>
                    <a:pt x="4101" y="8673"/>
                  </a:lnTo>
                  <a:close/>
                  <a:moveTo>
                    <a:pt x="13163" y="8673"/>
                  </a:moveTo>
                  <a:lnTo>
                    <a:pt x="13163" y="9606"/>
                  </a:lnTo>
                  <a:lnTo>
                    <a:pt x="7945" y="9606"/>
                  </a:lnTo>
                  <a:cubicBezTo>
                    <a:pt x="7822" y="9391"/>
                    <a:pt x="7648" y="9227"/>
                    <a:pt x="7433" y="9094"/>
                  </a:cubicBezTo>
                  <a:cubicBezTo>
                    <a:pt x="7781" y="8837"/>
                    <a:pt x="8201" y="8673"/>
                    <a:pt x="8632" y="8673"/>
                  </a:cubicBezTo>
                  <a:close/>
                  <a:moveTo>
                    <a:pt x="3506" y="595"/>
                  </a:moveTo>
                  <a:lnTo>
                    <a:pt x="3506" y="10211"/>
                  </a:lnTo>
                  <a:lnTo>
                    <a:pt x="3127" y="9904"/>
                  </a:lnTo>
                  <a:cubicBezTo>
                    <a:pt x="3076" y="9863"/>
                    <a:pt x="2994" y="9821"/>
                    <a:pt x="2953" y="9821"/>
                  </a:cubicBezTo>
                  <a:cubicBezTo>
                    <a:pt x="2871" y="9821"/>
                    <a:pt x="2819" y="9863"/>
                    <a:pt x="2778" y="9904"/>
                  </a:cubicBezTo>
                  <a:lnTo>
                    <a:pt x="2358" y="10211"/>
                  </a:lnTo>
                  <a:lnTo>
                    <a:pt x="2358" y="595"/>
                  </a:lnTo>
                  <a:close/>
                  <a:moveTo>
                    <a:pt x="308" y="1"/>
                  </a:moveTo>
                  <a:cubicBezTo>
                    <a:pt x="133" y="1"/>
                    <a:pt x="0" y="124"/>
                    <a:pt x="0" y="298"/>
                  </a:cubicBezTo>
                  <a:lnTo>
                    <a:pt x="0" y="8366"/>
                  </a:lnTo>
                  <a:lnTo>
                    <a:pt x="0" y="9904"/>
                  </a:lnTo>
                  <a:cubicBezTo>
                    <a:pt x="0" y="10078"/>
                    <a:pt x="133" y="10211"/>
                    <a:pt x="308" y="10211"/>
                  </a:cubicBezTo>
                  <a:lnTo>
                    <a:pt x="1753" y="10211"/>
                  </a:lnTo>
                  <a:lnTo>
                    <a:pt x="1753" y="10765"/>
                  </a:lnTo>
                  <a:cubicBezTo>
                    <a:pt x="1753" y="10847"/>
                    <a:pt x="1794" y="10929"/>
                    <a:pt x="1886" y="11021"/>
                  </a:cubicBezTo>
                  <a:cubicBezTo>
                    <a:pt x="1927" y="11062"/>
                    <a:pt x="1992" y="11082"/>
                    <a:pt x="2056" y="11082"/>
                  </a:cubicBezTo>
                  <a:cubicBezTo>
                    <a:pt x="2120" y="11082"/>
                    <a:pt x="2184" y="11062"/>
                    <a:pt x="2225" y="11021"/>
                  </a:cubicBezTo>
                  <a:lnTo>
                    <a:pt x="2953" y="10508"/>
                  </a:lnTo>
                  <a:lnTo>
                    <a:pt x="3639" y="11021"/>
                  </a:lnTo>
                  <a:cubicBezTo>
                    <a:pt x="3680" y="11062"/>
                    <a:pt x="3762" y="11062"/>
                    <a:pt x="3803" y="11062"/>
                  </a:cubicBezTo>
                  <a:cubicBezTo>
                    <a:pt x="3844" y="11062"/>
                    <a:pt x="3937" y="11062"/>
                    <a:pt x="3978" y="11021"/>
                  </a:cubicBezTo>
                  <a:cubicBezTo>
                    <a:pt x="4060" y="10980"/>
                    <a:pt x="4101" y="10888"/>
                    <a:pt x="4101" y="10765"/>
                  </a:cubicBezTo>
                  <a:lnTo>
                    <a:pt x="4101" y="10211"/>
                  </a:lnTo>
                  <a:lnTo>
                    <a:pt x="5987" y="10211"/>
                  </a:lnTo>
                  <a:cubicBezTo>
                    <a:pt x="6110" y="10211"/>
                    <a:pt x="6243" y="10119"/>
                    <a:pt x="6284" y="9996"/>
                  </a:cubicBezTo>
                  <a:cubicBezTo>
                    <a:pt x="6366" y="9739"/>
                    <a:pt x="6623" y="9565"/>
                    <a:pt x="6879" y="9565"/>
                  </a:cubicBezTo>
                  <a:cubicBezTo>
                    <a:pt x="7135" y="9565"/>
                    <a:pt x="7350" y="9698"/>
                    <a:pt x="7433" y="9955"/>
                  </a:cubicBezTo>
                  <a:lnTo>
                    <a:pt x="7484" y="9996"/>
                  </a:lnTo>
                  <a:cubicBezTo>
                    <a:pt x="7525" y="10119"/>
                    <a:pt x="7607" y="10211"/>
                    <a:pt x="7740" y="10211"/>
                  </a:cubicBezTo>
                  <a:lnTo>
                    <a:pt x="13460" y="10211"/>
                  </a:lnTo>
                  <a:cubicBezTo>
                    <a:pt x="13635" y="10211"/>
                    <a:pt x="13758" y="10078"/>
                    <a:pt x="13758" y="9904"/>
                  </a:cubicBezTo>
                  <a:lnTo>
                    <a:pt x="13758" y="8366"/>
                  </a:lnTo>
                  <a:lnTo>
                    <a:pt x="13758" y="8161"/>
                  </a:lnTo>
                  <a:lnTo>
                    <a:pt x="13758" y="298"/>
                  </a:lnTo>
                  <a:cubicBezTo>
                    <a:pt x="13758" y="124"/>
                    <a:pt x="13635" y="1"/>
                    <a:pt x="13460" y="1"/>
                  </a:cubicBezTo>
                  <a:lnTo>
                    <a:pt x="8632" y="1"/>
                  </a:lnTo>
                  <a:cubicBezTo>
                    <a:pt x="7996" y="1"/>
                    <a:pt x="7350" y="257"/>
                    <a:pt x="6879" y="728"/>
                  </a:cubicBezTo>
                  <a:cubicBezTo>
                    <a:pt x="6407" y="257"/>
                    <a:pt x="5772" y="1"/>
                    <a:pt x="5126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0" name="Google Shape;500;p40"/>
          <p:cNvGrpSpPr/>
          <p:nvPr/>
        </p:nvGrpSpPr>
        <p:grpSpPr>
          <a:xfrm>
            <a:off x="4247100" y="1442400"/>
            <a:ext cx="345000" cy="343725"/>
            <a:chOff x="2499138" y="1976825"/>
            <a:chExt cx="345000" cy="343725"/>
          </a:xfrm>
        </p:grpSpPr>
        <p:sp>
          <p:nvSpPr>
            <p:cNvPr id="501" name="Google Shape;501;p40"/>
            <p:cNvSpPr/>
            <p:nvPr/>
          </p:nvSpPr>
          <p:spPr>
            <a:xfrm>
              <a:off x="2499138" y="2174175"/>
              <a:ext cx="345000" cy="146375"/>
            </a:xfrm>
            <a:custGeom>
              <a:rect b="b" l="l" r="r" t="t"/>
              <a:pathLst>
                <a:path extrusionOk="0" h="5855" w="13800">
                  <a:moveTo>
                    <a:pt x="5276" y="589"/>
                  </a:moveTo>
                  <a:cubicBezTo>
                    <a:pt x="5325" y="589"/>
                    <a:pt x="5377" y="594"/>
                    <a:pt x="5434" y="605"/>
                  </a:cubicBezTo>
                  <a:cubicBezTo>
                    <a:pt x="6111" y="605"/>
                    <a:pt x="6623" y="1159"/>
                    <a:pt x="6623" y="1794"/>
                  </a:cubicBezTo>
                  <a:lnTo>
                    <a:pt x="6623" y="2738"/>
                  </a:lnTo>
                  <a:cubicBezTo>
                    <a:pt x="6244" y="2522"/>
                    <a:pt x="5773" y="2399"/>
                    <a:pt x="5342" y="2399"/>
                  </a:cubicBezTo>
                  <a:lnTo>
                    <a:pt x="1077" y="2399"/>
                  </a:lnTo>
                  <a:lnTo>
                    <a:pt x="1077" y="1753"/>
                  </a:lnTo>
                  <a:cubicBezTo>
                    <a:pt x="1077" y="1456"/>
                    <a:pt x="1334" y="1241"/>
                    <a:pt x="1590" y="1241"/>
                  </a:cubicBezTo>
                  <a:cubicBezTo>
                    <a:pt x="2697" y="1241"/>
                    <a:pt x="3763" y="1077"/>
                    <a:pt x="4788" y="728"/>
                  </a:cubicBezTo>
                  <a:cubicBezTo>
                    <a:pt x="4829" y="728"/>
                    <a:pt x="4829" y="687"/>
                    <a:pt x="4870" y="687"/>
                  </a:cubicBezTo>
                  <a:cubicBezTo>
                    <a:pt x="5028" y="627"/>
                    <a:pt x="5142" y="589"/>
                    <a:pt x="5276" y="589"/>
                  </a:cubicBezTo>
                  <a:close/>
                  <a:moveTo>
                    <a:pt x="8417" y="564"/>
                  </a:moveTo>
                  <a:cubicBezTo>
                    <a:pt x="8633" y="564"/>
                    <a:pt x="8766" y="605"/>
                    <a:pt x="8930" y="687"/>
                  </a:cubicBezTo>
                  <a:cubicBezTo>
                    <a:pt x="8971" y="687"/>
                    <a:pt x="9022" y="728"/>
                    <a:pt x="9022" y="728"/>
                  </a:cubicBezTo>
                  <a:cubicBezTo>
                    <a:pt x="10047" y="1077"/>
                    <a:pt x="11155" y="1241"/>
                    <a:pt x="12221" y="1241"/>
                  </a:cubicBezTo>
                  <a:cubicBezTo>
                    <a:pt x="12518" y="1241"/>
                    <a:pt x="12733" y="1456"/>
                    <a:pt x="12733" y="1753"/>
                  </a:cubicBezTo>
                  <a:lnTo>
                    <a:pt x="12733" y="2399"/>
                  </a:lnTo>
                  <a:lnTo>
                    <a:pt x="8510" y="2399"/>
                  </a:lnTo>
                  <a:cubicBezTo>
                    <a:pt x="8038" y="2399"/>
                    <a:pt x="7608" y="2522"/>
                    <a:pt x="7228" y="2738"/>
                  </a:cubicBezTo>
                  <a:lnTo>
                    <a:pt x="7228" y="1794"/>
                  </a:lnTo>
                  <a:cubicBezTo>
                    <a:pt x="7228" y="1118"/>
                    <a:pt x="7741" y="564"/>
                    <a:pt x="8417" y="564"/>
                  </a:cubicBezTo>
                  <a:close/>
                  <a:moveTo>
                    <a:pt x="13205" y="2994"/>
                  </a:moveTo>
                  <a:lnTo>
                    <a:pt x="13205" y="4152"/>
                  </a:lnTo>
                  <a:lnTo>
                    <a:pt x="8294" y="4152"/>
                  </a:lnTo>
                  <a:cubicBezTo>
                    <a:pt x="7997" y="4152"/>
                    <a:pt x="7741" y="4357"/>
                    <a:pt x="7649" y="4665"/>
                  </a:cubicBezTo>
                  <a:cubicBezTo>
                    <a:pt x="7608" y="5003"/>
                    <a:pt x="7269" y="5259"/>
                    <a:pt x="6921" y="5259"/>
                  </a:cubicBezTo>
                  <a:cubicBezTo>
                    <a:pt x="6541" y="5259"/>
                    <a:pt x="6244" y="5003"/>
                    <a:pt x="6152" y="4665"/>
                  </a:cubicBezTo>
                  <a:cubicBezTo>
                    <a:pt x="6111" y="4357"/>
                    <a:pt x="5855" y="4152"/>
                    <a:pt x="5557" y="4152"/>
                  </a:cubicBezTo>
                  <a:lnTo>
                    <a:pt x="606" y="4152"/>
                  </a:lnTo>
                  <a:lnTo>
                    <a:pt x="606" y="2994"/>
                  </a:lnTo>
                  <a:lnTo>
                    <a:pt x="5342" y="2994"/>
                  </a:lnTo>
                  <a:cubicBezTo>
                    <a:pt x="5855" y="2994"/>
                    <a:pt x="6326" y="3209"/>
                    <a:pt x="6716" y="3547"/>
                  </a:cubicBezTo>
                  <a:cubicBezTo>
                    <a:pt x="6757" y="3614"/>
                    <a:pt x="6831" y="3647"/>
                    <a:pt x="6910" y="3647"/>
                  </a:cubicBezTo>
                  <a:cubicBezTo>
                    <a:pt x="6990" y="3647"/>
                    <a:pt x="7074" y="3614"/>
                    <a:pt x="7136" y="3547"/>
                  </a:cubicBezTo>
                  <a:cubicBezTo>
                    <a:pt x="7485" y="3209"/>
                    <a:pt x="7997" y="2994"/>
                    <a:pt x="8510" y="2994"/>
                  </a:cubicBezTo>
                  <a:close/>
                  <a:moveTo>
                    <a:pt x="5383" y="0"/>
                  </a:moveTo>
                  <a:cubicBezTo>
                    <a:pt x="5086" y="0"/>
                    <a:pt x="4922" y="52"/>
                    <a:pt x="4665" y="134"/>
                  </a:cubicBezTo>
                  <a:cubicBezTo>
                    <a:pt x="4665" y="134"/>
                    <a:pt x="4614" y="134"/>
                    <a:pt x="4573" y="175"/>
                  </a:cubicBezTo>
                  <a:cubicBezTo>
                    <a:pt x="3640" y="472"/>
                    <a:pt x="2615" y="646"/>
                    <a:pt x="1590" y="646"/>
                  </a:cubicBezTo>
                  <a:cubicBezTo>
                    <a:pt x="985" y="646"/>
                    <a:pt x="473" y="1159"/>
                    <a:pt x="473" y="1753"/>
                  </a:cubicBezTo>
                  <a:lnTo>
                    <a:pt x="473" y="2399"/>
                  </a:lnTo>
                  <a:lnTo>
                    <a:pt x="308" y="2399"/>
                  </a:lnTo>
                  <a:cubicBezTo>
                    <a:pt x="175" y="2399"/>
                    <a:pt x="1" y="2522"/>
                    <a:pt x="1" y="2697"/>
                  </a:cubicBezTo>
                  <a:lnTo>
                    <a:pt x="1" y="4450"/>
                  </a:lnTo>
                  <a:cubicBezTo>
                    <a:pt x="1" y="4614"/>
                    <a:pt x="175" y="4747"/>
                    <a:pt x="308" y="4747"/>
                  </a:cubicBezTo>
                  <a:lnTo>
                    <a:pt x="5557" y="4747"/>
                  </a:lnTo>
                  <a:cubicBezTo>
                    <a:pt x="5691" y="5382"/>
                    <a:pt x="6244" y="5854"/>
                    <a:pt x="6921" y="5854"/>
                  </a:cubicBezTo>
                  <a:cubicBezTo>
                    <a:pt x="7567" y="5854"/>
                    <a:pt x="8120" y="5382"/>
                    <a:pt x="8253" y="4747"/>
                  </a:cubicBezTo>
                  <a:lnTo>
                    <a:pt x="13502" y="4747"/>
                  </a:lnTo>
                  <a:cubicBezTo>
                    <a:pt x="13676" y="4747"/>
                    <a:pt x="13799" y="4614"/>
                    <a:pt x="13799" y="4450"/>
                  </a:cubicBezTo>
                  <a:lnTo>
                    <a:pt x="13799" y="2697"/>
                  </a:lnTo>
                  <a:cubicBezTo>
                    <a:pt x="13799" y="2522"/>
                    <a:pt x="13676" y="2399"/>
                    <a:pt x="13502" y="2399"/>
                  </a:cubicBezTo>
                  <a:lnTo>
                    <a:pt x="13328" y="2399"/>
                  </a:lnTo>
                  <a:lnTo>
                    <a:pt x="13328" y="1753"/>
                  </a:lnTo>
                  <a:cubicBezTo>
                    <a:pt x="13328" y="1159"/>
                    <a:pt x="12815" y="646"/>
                    <a:pt x="12180" y="646"/>
                  </a:cubicBezTo>
                  <a:cubicBezTo>
                    <a:pt x="11196" y="646"/>
                    <a:pt x="10170" y="472"/>
                    <a:pt x="9186" y="175"/>
                  </a:cubicBezTo>
                  <a:cubicBezTo>
                    <a:pt x="9186" y="134"/>
                    <a:pt x="9145" y="134"/>
                    <a:pt x="9104" y="134"/>
                  </a:cubicBezTo>
                  <a:cubicBezTo>
                    <a:pt x="8889" y="52"/>
                    <a:pt x="8715" y="0"/>
                    <a:pt x="8417" y="0"/>
                  </a:cubicBezTo>
                  <a:cubicBezTo>
                    <a:pt x="7782" y="0"/>
                    <a:pt x="7228" y="308"/>
                    <a:pt x="6880" y="821"/>
                  </a:cubicBezTo>
                  <a:cubicBezTo>
                    <a:pt x="6582" y="308"/>
                    <a:pt x="6029" y="0"/>
                    <a:pt x="5383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40"/>
            <p:cNvSpPr/>
            <p:nvPr/>
          </p:nvSpPr>
          <p:spPr>
            <a:xfrm>
              <a:off x="2594238" y="1997450"/>
              <a:ext cx="154825" cy="150100"/>
            </a:xfrm>
            <a:custGeom>
              <a:rect b="b" l="l" r="r" t="t"/>
              <a:pathLst>
                <a:path extrusionOk="0" h="6004" w="6193">
                  <a:moveTo>
                    <a:pt x="1282" y="580"/>
                  </a:moveTo>
                  <a:cubicBezTo>
                    <a:pt x="1497" y="580"/>
                    <a:pt x="1712" y="621"/>
                    <a:pt x="2010" y="755"/>
                  </a:cubicBezTo>
                  <a:cubicBezTo>
                    <a:pt x="2184" y="837"/>
                    <a:pt x="2399" y="919"/>
                    <a:pt x="2563" y="1011"/>
                  </a:cubicBezTo>
                  <a:cubicBezTo>
                    <a:pt x="2307" y="1226"/>
                    <a:pt x="2051" y="1431"/>
                    <a:pt x="1794" y="1687"/>
                  </a:cubicBezTo>
                  <a:cubicBezTo>
                    <a:pt x="1579" y="1944"/>
                    <a:pt x="1323" y="2200"/>
                    <a:pt x="1159" y="2456"/>
                  </a:cubicBezTo>
                  <a:cubicBezTo>
                    <a:pt x="1025" y="2292"/>
                    <a:pt x="943" y="2077"/>
                    <a:pt x="861" y="1903"/>
                  </a:cubicBezTo>
                  <a:cubicBezTo>
                    <a:pt x="646" y="1349"/>
                    <a:pt x="646" y="919"/>
                    <a:pt x="861" y="714"/>
                  </a:cubicBezTo>
                  <a:cubicBezTo>
                    <a:pt x="943" y="621"/>
                    <a:pt x="1066" y="580"/>
                    <a:pt x="1282" y="580"/>
                  </a:cubicBezTo>
                  <a:close/>
                  <a:moveTo>
                    <a:pt x="4962" y="580"/>
                  </a:moveTo>
                  <a:cubicBezTo>
                    <a:pt x="5126" y="580"/>
                    <a:pt x="5300" y="621"/>
                    <a:pt x="5382" y="714"/>
                  </a:cubicBezTo>
                  <a:cubicBezTo>
                    <a:pt x="5557" y="919"/>
                    <a:pt x="5557" y="1349"/>
                    <a:pt x="5341" y="1903"/>
                  </a:cubicBezTo>
                  <a:cubicBezTo>
                    <a:pt x="5259" y="2077"/>
                    <a:pt x="5167" y="2292"/>
                    <a:pt x="5085" y="2456"/>
                  </a:cubicBezTo>
                  <a:cubicBezTo>
                    <a:pt x="4870" y="2200"/>
                    <a:pt x="4654" y="1944"/>
                    <a:pt x="4398" y="1687"/>
                  </a:cubicBezTo>
                  <a:cubicBezTo>
                    <a:pt x="4142" y="1431"/>
                    <a:pt x="3886" y="1226"/>
                    <a:pt x="3629" y="1011"/>
                  </a:cubicBezTo>
                  <a:cubicBezTo>
                    <a:pt x="3804" y="919"/>
                    <a:pt x="4019" y="837"/>
                    <a:pt x="4193" y="755"/>
                  </a:cubicBezTo>
                  <a:cubicBezTo>
                    <a:pt x="4490" y="621"/>
                    <a:pt x="4747" y="580"/>
                    <a:pt x="4962" y="580"/>
                  </a:cubicBezTo>
                  <a:close/>
                  <a:moveTo>
                    <a:pt x="3117" y="1349"/>
                  </a:moveTo>
                  <a:cubicBezTo>
                    <a:pt x="3424" y="1564"/>
                    <a:pt x="3722" y="1821"/>
                    <a:pt x="3978" y="2118"/>
                  </a:cubicBezTo>
                  <a:cubicBezTo>
                    <a:pt x="4275" y="2415"/>
                    <a:pt x="4531" y="2672"/>
                    <a:pt x="4747" y="2969"/>
                  </a:cubicBezTo>
                  <a:cubicBezTo>
                    <a:pt x="4531" y="3276"/>
                    <a:pt x="4275" y="3574"/>
                    <a:pt x="3978" y="3871"/>
                  </a:cubicBezTo>
                  <a:cubicBezTo>
                    <a:pt x="3722" y="4127"/>
                    <a:pt x="3424" y="4384"/>
                    <a:pt x="3117" y="4599"/>
                  </a:cubicBezTo>
                  <a:cubicBezTo>
                    <a:pt x="2819" y="4384"/>
                    <a:pt x="2522" y="4127"/>
                    <a:pt x="2225" y="3871"/>
                  </a:cubicBezTo>
                  <a:cubicBezTo>
                    <a:pt x="1969" y="3574"/>
                    <a:pt x="1712" y="3276"/>
                    <a:pt x="1497" y="2969"/>
                  </a:cubicBezTo>
                  <a:cubicBezTo>
                    <a:pt x="1712" y="2672"/>
                    <a:pt x="1969" y="2415"/>
                    <a:pt x="2225" y="2118"/>
                  </a:cubicBezTo>
                  <a:cubicBezTo>
                    <a:pt x="2522" y="1821"/>
                    <a:pt x="2819" y="1564"/>
                    <a:pt x="3117" y="1349"/>
                  </a:cubicBezTo>
                  <a:close/>
                  <a:moveTo>
                    <a:pt x="1159" y="3533"/>
                  </a:moveTo>
                  <a:cubicBezTo>
                    <a:pt x="1323" y="3789"/>
                    <a:pt x="1579" y="4045"/>
                    <a:pt x="1794" y="4302"/>
                  </a:cubicBezTo>
                  <a:cubicBezTo>
                    <a:pt x="2051" y="4507"/>
                    <a:pt x="2307" y="4763"/>
                    <a:pt x="2563" y="4937"/>
                  </a:cubicBezTo>
                  <a:cubicBezTo>
                    <a:pt x="2399" y="5070"/>
                    <a:pt x="2184" y="5152"/>
                    <a:pt x="2010" y="5234"/>
                  </a:cubicBezTo>
                  <a:cubicBezTo>
                    <a:pt x="1733" y="5342"/>
                    <a:pt x="1487" y="5396"/>
                    <a:pt x="1289" y="5396"/>
                  </a:cubicBezTo>
                  <a:cubicBezTo>
                    <a:pt x="1092" y="5396"/>
                    <a:pt x="943" y="5342"/>
                    <a:pt x="861" y="5234"/>
                  </a:cubicBezTo>
                  <a:cubicBezTo>
                    <a:pt x="646" y="5070"/>
                    <a:pt x="646" y="4640"/>
                    <a:pt x="861" y="4086"/>
                  </a:cubicBezTo>
                  <a:cubicBezTo>
                    <a:pt x="943" y="3912"/>
                    <a:pt x="1025" y="3697"/>
                    <a:pt x="1159" y="3533"/>
                  </a:cubicBezTo>
                  <a:close/>
                  <a:moveTo>
                    <a:pt x="5085" y="3533"/>
                  </a:moveTo>
                  <a:cubicBezTo>
                    <a:pt x="5167" y="3697"/>
                    <a:pt x="5259" y="3912"/>
                    <a:pt x="5341" y="4086"/>
                  </a:cubicBezTo>
                  <a:cubicBezTo>
                    <a:pt x="5557" y="4640"/>
                    <a:pt x="5557" y="5070"/>
                    <a:pt x="5382" y="5234"/>
                  </a:cubicBezTo>
                  <a:cubicBezTo>
                    <a:pt x="5275" y="5342"/>
                    <a:pt x="5116" y="5396"/>
                    <a:pt x="4915" y="5396"/>
                  </a:cubicBezTo>
                  <a:cubicBezTo>
                    <a:pt x="4713" y="5396"/>
                    <a:pt x="4470" y="5342"/>
                    <a:pt x="4193" y="5234"/>
                  </a:cubicBezTo>
                  <a:cubicBezTo>
                    <a:pt x="4019" y="5152"/>
                    <a:pt x="3804" y="5070"/>
                    <a:pt x="3629" y="4937"/>
                  </a:cubicBezTo>
                  <a:cubicBezTo>
                    <a:pt x="3886" y="4763"/>
                    <a:pt x="4142" y="4507"/>
                    <a:pt x="4398" y="4302"/>
                  </a:cubicBezTo>
                  <a:cubicBezTo>
                    <a:pt x="4654" y="4045"/>
                    <a:pt x="4870" y="3789"/>
                    <a:pt x="5085" y="3533"/>
                  </a:cubicBezTo>
                  <a:close/>
                  <a:moveTo>
                    <a:pt x="1300" y="1"/>
                  </a:moveTo>
                  <a:cubicBezTo>
                    <a:pt x="943" y="1"/>
                    <a:pt x="644" y="110"/>
                    <a:pt x="431" y="324"/>
                  </a:cubicBezTo>
                  <a:cubicBezTo>
                    <a:pt x="41" y="662"/>
                    <a:pt x="0" y="1308"/>
                    <a:pt x="298" y="2118"/>
                  </a:cubicBezTo>
                  <a:cubicBezTo>
                    <a:pt x="431" y="2415"/>
                    <a:pt x="605" y="2672"/>
                    <a:pt x="769" y="2969"/>
                  </a:cubicBezTo>
                  <a:cubicBezTo>
                    <a:pt x="605" y="3276"/>
                    <a:pt x="431" y="3574"/>
                    <a:pt x="298" y="3871"/>
                  </a:cubicBezTo>
                  <a:cubicBezTo>
                    <a:pt x="0" y="4640"/>
                    <a:pt x="41" y="5275"/>
                    <a:pt x="431" y="5665"/>
                  </a:cubicBezTo>
                  <a:cubicBezTo>
                    <a:pt x="646" y="5880"/>
                    <a:pt x="902" y="6003"/>
                    <a:pt x="1282" y="6003"/>
                  </a:cubicBezTo>
                  <a:cubicBezTo>
                    <a:pt x="1538" y="6003"/>
                    <a:pt x="1887" y="5921"/>
                    <a:pt x="2225" y="5788"/>
                  </a:cubicBezTo>
                  <a:cubicBezTo>
                    <a:pt x="2522" y="5665"/>
                    <a:pt x="2819" y="5532"/>
                    <a:pt x="3117" y="5327"/>
                  </a:cubicBezTo>
                  <a:cubicBezTo>
                    <a:pt x="3424" y="5532"/>
                    <a:pt x="3681" y="5665"/>
                    <a:pt x="3978" y="5788"/>
                  </a:cubicBezTo>
                  <a:cubicBezTo>
                    <a:pt x="4316" y="5921"/>
                    <a:pt x="4654" y="6003"/>
                    <a:pt x="4962" y="6003"/>
                  </a:cubicBezTo>
                  <a:cubicBezTo>
                    <a:pt x="5300" y="6003"/>
                    <a:pt x="5598" y="5880"/>
                    <a:pt x="5772" y="5665"/>
                  </a:cubicBezTo>
                  <a:cubicBezTo>
                    <a:pt x="6151" y="5275"/>
                    <a:pt x="6192" y="4640"/>
                    <a:pt x="5895" y="3871"/>
                  </a:cubicBezTo>
                  <a:cubicBezTo>
                    <a:pt x="5772" y="3574"/>
                    <a:pt x="5639" y="3276"/>
                    <a:pt x="5423" y="2969"/>
                  </a:cubicBezTo>
                  <a:cubicBezTo>
                    <a:pt x="5639" y="2672"/>
                    <a:pt x="5772" y="2415"/>
                    <a:pt x="5895" y="2118"/>
                  </a:cubicBezTo>
                  <a:cubicBezTo>
                    <a:pt x="6192" y="1308"/>
                    <a:pt x="6151" y="662"/>
                    <a:pt x="5772" y="324"/>
                  </a:cubicBezTo>
                  <a:cubicBezTo>
                    <a:pt x="5576" y="110"/>
                    <a:pt x="5288" y="1"/>
                    <a:pt x="4930" y="1"/>
                  </a:cubicBezTo>
                  <a:cubicBezTo>
                    <a:pt x="4652" y="1"/>
                    <a:pt x="4332" y="67"/>
                    <a:pt x="3978" y="201"/>
                  </a:cubicBezTo>
                  <a:cubicBezTo>
                    <a:pt x="3681" y="324"/>
                    <a:pt x="3424" y="457"/>
                    <a:pt x="3117" y="662"/>
                  </a:cubicBezTo>
                  <a:cubicBezTo>
                    <a:pt x="2819" y="457"/>
                    <a:pt x="2522" y="324"/>
                    <a:pt x="2225" y="201"/>
                  </a:cubicBezTo>
                  <a:cubicBezTo>
                    <a:pt x="1889" y="67"/>
                    <a:pt x="1577" y="1"/>
                    <a:pt x="130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40"/>
            <p:cNvSpPr/>
            <p:nvPr/>
          </p:nvSpPr>
          <p:spPr>
            <a:xfrm>
              <a:off x="2662663" y="2064225"/>
              <a:ext cx="18225" cy="15150"/>
            </a:xfrm>
            <a:custGeom>
              <a:rect b="b" l="l" r="r" t="t"/>
              <a:pathLst>
                <a:path extrusionOk="0" h="606" w="729">
                  <a:moveTo>
                    <a:pt x="339" y="1"/>
                  </a:moveTo>
                  <a:cubicBezTo>
                    <a:pt x="257" y="1"/>
                    <a:pt x="175" y="42"/>
                    <a:pt x="123" y="134"/>
                  </a:cubicBezTo>
                  <a:cubicBezTo>
                    <a:pt x="0" y="390"/>
                    <a:pt x="175" y="605"/>
                    <a:pt x="380" y="605"/>
                  </a:cubicBezTo>
                  <a:cubicBezTo>
                    <a:pt x="595" y="605"/>
                    <a:pt x="728" y="390"/>
                    <a:pt x="636" y="175"/>
                  </a:cubicBezTo>
                  <a:cubicBezTo>
                    <a:pt x="595" y="93"/>
                    <a:pt x="472" y="1"/>
                    <a:pt x="38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40"/>
            <p:cNvSpPr/>
            <p:nvPr/>
          </p:nvSpPr>
          <p:spPr>
            <a:xfrm>
              <a:off x="2783363" y="1976825"/>
              <a:ext cx="18225" cy="14900"/>
            </a:xfrm>
            <a:custGeom>
              <a:rect b="b" l="l" r="r" t="t"/>
              <a:pathLst>
                <a:path extrusionOk="0" h="596" w="729">
                  <a:moveTo>
                    <a:pt x="339" y="1"/>
                  </a:moveTo>
                  <a:cubicBezTo>
                    <a:pt x="257" y="1"/>
                    <a:pt x="124" y="42"/>
                    <a:pt x="83" y="124"/>
                  </a:cubicBezTo>
                  <a:cubicBezTo>
                    <a:pt x="1" y="339"/>
                    <a:pt x="124" y="595"/>
                    <a:pt x="339" y="595"/>
                  </a:cubicBezTo>
                  <a:cubicBezTo>
                    <a:pt x="554" y="595"/>
                    <a:pt x="729" y="380"/>
                    <a:pt x="636" y="165"/>
                  </a:cubicBezTo>
                  <a:cubicBezTo>
                    <a:pt x="554" y="42"/>
                    <a:pt x="472" y="1"/>
                    <a:pt x="38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40"/>
            <p:cNvSpPr/>
            <p:nvPr/>
          </p:nvSpPr>
          <p:spPr>
            <a:xfrm>
              <a:off x="2541938" y="2130600"/>
              <a:ext cx="19250" cy="14900"/>
            </a:xfrm>
            <a:custGeom>
              <a:rect b="b" l="l" r="r" t="t"/>
              <a:pathLst>
                <a:path extrusionOk="0" h="596" w="770">
                  <a:moveTo>
                    <a:pt x="339" y="1"/>
                  </a:moveTo>
                  <a:cubicBezTo>
                    <a:pt x="257" y="1"/>
                    <a:pt x="175" y="42"/>
                    <a:pt x="134" y="124"/>
                  </a:cubicBezTo>
                  <a:cubicBezTo>
                    <a:pt x="1" y="339"/>
                    <a:pt x="175" y="595"/>
                    <a:pt x="390" y="595"/>
                  </a:cubicBezTo>
                  <a:cubicBezTo>
                    <a:pt x="596" y="595"/>
                    <a:pt x="770" y="380"/>
                    <a:pt x="647" y="165"/>
                  </a:cubicBezTo>
                  <a:cubicBezTo>
                    <a:pt x="596" y="42"/>
                    <a:pt x="514" y="1"/>
                    <a:pt x="39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0"/>
            <p:cNvSpPr/>
            <p:nvPr/>
          </p:nvSpPr>
          <p:spPr>
            <a:xfrm>
              <a:off x="2520688" y="2031175"/>
              <a:ext cx="18200" cy="14875"/>
            </a:xfrm>
            <a:custGeom>
              <a:rect b="b" l="l" r="r" t="t"/>
              <a:pathLst>
                <a:path extrusionOk="0" h="595" w="728">
                  <a:moveTo>
                    <a:pt x="338" y="0"/>
                  </a:moveTo>
                  <a:cubicBezTo>
                    <a:pt x="256" y="0"/>
                    <a:pt x="164" y="82"/>
                    <a:pt x="123" y="174"/>
                  </a:cubicBezTo>
                  <a:cubicBezTo>
                    <a:pt x="0" y="390"/>
                    <a:pt x="123" y="595"/>
                    <a:pt x="379" y="595"/>
                  </a:cubicBezTo>
                  <a:cubicBezTo>
                    <a:pt x="554" y="595"/>
                    <a:pt x="728" y="390"/>
                    <a:pt x="636" y="174"/>
                  </a:cubicBezTo>
                  <a:cubicBezTo>
                    <a:pt x="595" y="82"/>
                    <a:pt x="472" y="0"/>
                    <a:pt x="379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0"/>
            <p:cNvSpPr/>
            <p:nvPr/>
          </p:nvSpPr>
          <p:spPr>
            <a:xfrm>
              <a:off x="2771588" y="2113425"/>
              <a:ext cx="19250" cy="14900"/>
            </a:xfrm>
            <a:custGeom>
              <a:rect b="b" l="l" r="r" t="t"/>
              <a:pathLst>
                <a:path extrusionOk="0" h="596" w="770">
                  <a:moveTo>
                    <a:pt x="380" y="1"/>
                  </a:moveTo>
                  <a:cubicBezTo>
                    <a:pt x="257" y="1"/>
                    <a:pt x="175" y="42"/>
                    <a:pt x="123" y="124"/>
                  </a:cubicBezTo>
                  <a:cubicBezTo>
                    <a:pt x="0" y="380"/>
                    <a:pt x="175" y="595"/>
                    <a:pt x="380" y="595"/>
                  </a:cubicBezTo>
                  <a:cubicBezTo>
                    <a:pt x="595" y="595"/>
                    <a:pt x="769" y="380"/>
                    <a:pt x="636" y="175"/>
                  </a:cubicBezTo>
                  <a:cubicBezTo>
                    <a:pt x="595" y="83"/>
                    <a:pt x="513" y="1"/>
                    <a:pt x="38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1"/>
          <p:cNvSpPr txBox="1"/>
          <p:nvPr>
            <p:ph type="title"/>
          </p:nvPr>
        </p:nvSpPr>
        <p:spPr>
          <a:xfrm>
            <a:off x="1216475" y="1977150"/>
            <a:ext cx="7401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Solução (AST)</a:t>
            </a:r>
            <a:endParaRPr/>
          </a:p>
        </p:txBody>
      </p:sp>
      <p:sp>
        <p:nvSpPr>
          <p:cNvPr id="513" name="Google Shape;513;p41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Geração dinâmica de máscaras e correção matemática via JSON.</a:t>
            </a:r>
            <a:endParaRPr/>
          </a:p>
        </p:txBody>
      </p:sp>
      <p:sp>
        <p:nvSpPr>
          <p:cNvPr id="514" name="Google Shape;514;p41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2"/>
          <p:cNvSpPr/>
          <p:nvPr/>
        </p:nvSpPr>
        <p:spPr>
          <a:xfrm>
            <a:off x="4613825" y="2891975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2"/>
          <p:cNvSpPr/>
          <p:nvPr/>
        </p:nvSpPr>
        <p:spPr>
          <a:xfrm>
            <a:off x="4613825" y="1324363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42"/>
          <p:cNvSpPr/>
          <p:nvPr/>
        </p:nvSpPr>
        <p:spPr>
          <a:xfrm>
            <a:off x="1237775" y="2891975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2"/>
          <p:cNvSpPr/>
          <p:nvPr/>
        </p:nvSpPr>
        <p:spPr>
          <a:xfrm>
            <a:off x="1237775" y="1324363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Solução (AST)</a:t>
            </a:r>
            <a:endParaRPr/>
          </a:p>
        </p:txBody>
      </p:sp>
      <p:sp>
        <p:nvSpPr>
          <p:cNvPr id="524" name="Google Shape;524;p42"/>
          <p:cNvSpPr txBox="1"/>
          <p:nvPr>
            <p:ph idx="1" type="subTitle"/>
          </p:nvPr>
        </p:nvSpPr>
        <p:spPr>
          <a:xfrm>
            <a:off x="1762571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script lê o JSON para descobrir a largura real dos fios (ex: data = 8 bits).</a:t>
            </a:r>
            <a:endParaRPr/>
          </a:p>
        </p:txBody>
      </p:sp>
      <p:sp>
        <p:nvSpPr>
          <p:cNvPr id="525" name="Google Shape;525;p42"/>
          <p:cNvSpPr txBox="1"/>
          <p:nvPr>
            <p:ph idx="2" type="subTitle"/>
          </p:nvPr>
        </p:nvSpPr>
        <p:spPr>
          <a:xfrm>
            <a:off x="5132667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Injeção automática de máscaras (ex: &amp; 0xFF) no código C.</a:t>
            </a:r>
            <a:endParaRPr/>
          </a:p>
        </p:txBody>
      </p:sp>
      <p:sp>
        <p:nvSpPr>
          <p:cNvPr id="526" name="Google Shape;526;p42"/>
          <p:cNvSpPr txBox="1"/>
          <p:nvPr>
            <p:ph idx="3" type="subTitle"/>
          </p:nvPr>
        </p:nvSpPr>
        <p:spPr>
          <a:xfrm>
            <a:off x="1762571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Software passa a imitar o comportamento de </a:t>
            </a:r>
            <a:r>
              <a:rPr i="1" lang="en"/>
              <a:t>wrap-around</a:t>
            </a:r>
            <a:r>
              <a:rPr lang="en"/>
              <a:t> do Hardware.</a:t>
            </a:r>
            <a:endParaRPr/>
          </a:p>
        </p:txBody>
      </p:sp>
      <p:sp>
        <p:nvSpPr>
          <p:cNvPr id="527" name="Google Shape;527;p42"/>
          <p:cNvSpPr txBox="1"/>
          <p:nvPr>
            <p:ph idx="4" type="subTitle"/>
          </p:nvPr>
        </p:nvSpPr>
        <p:spPr>
          <a:xfrm>
            <a:off x="5132667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Eliminação total dos falsos positivos de incompatibilidade de tipos.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2"/>
          <p:cNvSpPr txBox="1"/>
          <p:nvPr>
            <p:ph idx="5" type="subTitle"/>
          </p:nvPr>
        </p:nvSpPr>
        <p:spPr>
          <a:xfrm>
            <a:off x="1762571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Análise Dinâmica</a:t>
            </a:r>
            <a:endParaRPr/>
          </a:p>
        </p:txBody>
      </p:sp>
      <p:sp>
        <p:nvSpPr>
          <p:cNvPr id="529" name="Google Shape;529;p42"/>
          <p:cNvSpPr txBox="1"/>
          <p:nvPr>
            <p:ph idx="6" type="subTitle"/>
          </p:nvPr>
        </p:nvSpPr>
        <p:spPr>
          <a:xfrm>
            <a:off x="5132676" y="1524200"/>
            <a:ext cx="31083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Correção Matemática</a:t>
            </a:r>
            <a:endParaRPr/>
          </a:p>
        </p:txBody>
      </p:sp>
      <p:sp>
        <p:nvSpPr>
          <p:cNvPr id="530" name="Google Shape;530;p42"/>
          <p:cNvSpPr txBox="1"/>
          <p:nvPr>
            <p:ph idx="7" type="subTitle"/>
          </p:nvPr>
        </p:nvSpPr>
        <p:spPr>
          <a:xfrm>
            <a:off x="1762571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Efeito</a:t>
            </a:r>
            <a:endParaRPr/>
          </a:p>
        </p:txBody>
      </p:sp>
      <p:sp>
        <p:nvSpPr>
          <p:cNvPr id="531" name="Google Shape;531;p42"/>
          <p:cNvSpPr txBox="1"/>
          <p:nvPr>
            <p:ph idx="8" type="subTitle"/>
          </p:nvPr>
        </p:nvSpPr>
        <p:spPr>
          <a:xfrm>
            <a:off x="5132667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</a:t>
            </a:r>
            <a:endParaRPr/>
          </a:p>
        </p:txBody>
      </p:sp>
      <p:grpSp>
        <p:nvGrpSpPr>
          <p:cNvPr id="532" name="Google Shape;532;p42"/>
          <p:cNvGrpSpPr/>
          <p:nvPr/>
        </p:nvGrpSpPr>
        <p:grpSpPr>
          <a:xfrm>
            <a:off x="4700000" y="3011600"/>
            <a:ext cx="343950" cy="277075"/>
            <a:chOff x="4735263" y="2554500"/>
            <a:chExt cx="343950" cy="277075"/>
          </a:xfrm>
        </p:grpSpPr>
        <p:sp>
          <p:nvSpPr>
            <p:cNvPr id="533" name="Google Shape;533;p42"/>
            <p:cNvSpPr/>
            <p:nvPr/>
          </p:nvSpPr>
          <p:spPr>
            <a:xfrm>
              <a:off x="4942588" y="2603450"/>
              <a:ext cx="92800" cy="15150"/>
            </a:xfrm>
            <a:custGeom>
              <a:rect b="b" l="l" r="r" t="t"/>
              <a:pathLst>
                <a:path extrusionOk="0" h="606" w="3712">
                  <a:moveTo>
                    <a:pt x="339" y="1"/>
                  </a:moveTo>
                  <a:cubicBezTo>
                    <a:pt x="165" y="1"/>
                    <a:pt x="1" y="175"/>
                    <a:pt x="42" y="349"/>
                  </a:cubicBezTo>
                  <a:cubicBezTo>
                    <a:pt x="83" y="472"/>
                    <a:pt x="216" y="605"/>
                    <a:pt x="339" y="605"/>
                  </a:cubicBezTo>
                  <a:lnTo>
                    <a:pt x="3414" y="605"/>
                  </a:lnTo>
                  <a:cubicBezTo>
                    <a:pt x="3589" y="605"/>
                    <a:pt x="3712" y="431"/>
                    <a:pt x="3671" y="257"/>
                  </a:cubicBezTo>
                  <a:cubicBezTo>
                    <a:pt x="3671" y="93"/>
                    <a:pt x="3548" y="1"/>
                    <a:pt x="3373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42"/>
            <p:cNvSpPr/>
            <p:nvPr/>
          </p:nvSpPr>
          <p:spPr>
            <a:xfrm>
              <a:off x="4833663" y="2652650"/>
              <a:ext cx="38475" cy="14900"/>
            </a:xfrm>
            <a:custGeom>
              <a:rect b="b" l="l" r="r" t="t"/>
              <a:pathLst>
                <a:path extrusionOk="0" h="596" w="1539">
                  <a:moveTo>
                    <a:pt x="339" y="1"/>
                  </a:moveTo>
                  <a:cubicBezTo>
                    <a:pt x="124" y="1"/>
                    <a:pt x="1" y="175"/>
                    <a:pt x="42" y="339"/>
                  </a:cubicBezTo>
                  <a:cubicBezTo>
                    <a:pt x="42" y="472"/>
                    <a:pt x="165" y="596"/>
                    <a:pt x="339" y="596"/>
                  </a:cubicBezTo>
                  <a:lnTo>
                    <a:pt x="1190" y="596"/>
                  </a:lnTo>
                  <a:cubicBezTo>
                    <a:pt x="1364" y="596"/>
                    <a:pt x="1538" y="431"/>
                    <a:pt x="1497" y="257"/>
                  </a:cubicBezTo>
                  <a:cubicBezTo>
                    <a:pt x="1446" y="83"/>
                    <a:pt x="1323" y="1"/>
                    <a:pt x="119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2"/>
            <p:cNvSpPr/>
            <p:nvPr/>
          </p:nvSpPr>
          <p:spPr>
            <a:xfrm>
              <a:off x="4942588" y="2652650"/>
              <a:ext cx="92800" cy="14900"/>
            </a:xfrm>
            <a:custGeom>
              <a:rect b="b" l="l" r="r" t="t"/>
              <a:pathLst>
                <a:path extrusionOk="0" h="596" w="3712">
                  <a:moveTo>
                    <a:pt x="339" y="1"/>
                  </a:moveTo>
                  <a:cubicBezTo>
                    <a:pt x="165" y="1"/>
                    <a:pt x="1" y="175"/>
                    <a:pt x="42" y="339"/>
                  </a:cubicBezTo>
                  <a:cubicBezTo>
                    <a:pt x="83" y="472"/>
                    <a:pt x="216" y="596"/>
                    <a:pt x="339" y="596"/>
                  </a:cubicBezTo>
                  <a:lnTo>
                    <a:pt x="3414" y="596"/>
                  </a:lnTo>
                  <a:cubicBezTo>
                    <a:pt x="3589" y="596"/>
                    <a:pt x="3712" y="431"/>
                    <a:pt x="3671" y="257"/>
                  </a:cubicBezTo>
                  <a:cubicBezTo>
                    <a:pt x="3671" y="83"/>
                    <a:pt x="3548" y="1"/>
                    <a:pt x="337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42"/>
            <p:cNvSpPr/>
            <p:nvPr/>
          </p:nvSpPr>
          <p:spPr>
            <a:xfrm>
              <a:off x="4942588" y="2701875"/>
              <a:ext cx="92800" cy="14875"/>
            </a:xfrm>
            <a:custGeom>
              <a:rect b="b" l="l" r="r" t="t"/>
              <a:pathLst>
                <a:path extrusionOk="0" h="595" w="3712">
                  <a:moveTo>
                    <a:pt x="339" y="0"/>
                  </a:moveTo>
                  <a:cubicBezTo>
                    <a:pt x="165" y="0"/>
                    <a:pt x="1" y="164"/>
                    <a:pt x="42" y="338"/>
                  </a:cubicBezTo>
                  <a:cubicBezTo>
                    <a:pt x="83" y="513"/>
                    <a:pt x="216" y="595"/>
                    <a:pt x="339" y="595"/>
                  </a:cubicBezTo>
                  <a:lnTo>
                    <a:pt x="3414" y="595"/>
                  </a:lnTo>
                  <a:cubicBezTo>
                    <a:pt x="3589" y="595"/>
                    <a:pt x="3712" y="472"/>
                    <a:pt x="3671" y="256"/>
                  </a:cubicBezTo>
                  <a:cubicBezTo>
                    <a:pt x="3671" y="123"/>
                    <a:pt x="3548" y="0"/>
                    <a:pt x="3373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42"/>
            <p:cNvSpPr/>
            <p:nvPr/>
          </p:nvSpPr>
          <p:spPr>
            <a:xfrm>
              <a:off x="4735263" y="2554500"/>
              <a:ext cx="343950" cy="277075"/>
            </a:xfrm>
            <a:custGeom>
              <a:rect b="b" l="l" r="r" t="t"/>
              <a:pathLst>
                <a:path extrusionOk="0" h="11083" w="13758">
                  <a:moveTo>
                    <a:pt x="1753" y="595"/>
                  </a:moveTo>
                  <a:lnTo>
                    <a:pt x="1753" y="8069"/>
                  </a:lnTo>
                  <a:lnTo>
                    <a:pt x="605" y="8069"/>
                  </a:lnTo>
                  <a:lnTo>
                    <a:pt x="605" y="595"/>
                  </a:lnTo>
                  <a:close/>
                  <a:moveTo>
                    <a:pt x="5126" y="595"/>
                  </a:moveTo>
                  <a:cubicBezTo>
                    <a:pt x="5690" y="595"/>
                    <a:pt x="6243" y="851"/>
                    <a:pt x="6582" y="1282"/>
                  </a:cubicBezTo>
                  <a:lnTo>
                    <a:pt x="6582" y="8540"/>
                  </a:lnTo>
                  <a:cubicBezTo>
                    <a:pt x="6151" y="8243"/>
                    <a:pt x="5639" y="8069"/>
                    <a:pt x="5126" y="8069"/>
                  </a:cubicBezTo>
                  <a:lnTo>
                    <a:pt x="4101" y="8069"/>
                  </a:lnTo>
                  <a:lnTo>
                    <a:pt x="4101" y="6449"/>
                  </a:lnTo>
                  <a:cubicBezTo>
                    <a:pt x="4152" y="6490"/>
                    <a:pt x="4193" y="6490"/>
                    <a:pt x="4234" y="6490"/>
                  </a:cubicBezTo>
                  <a:lnTo>
                    <a:pt x="5126" y="6490"/>
                  </a:lnTo>
                  <a:cubicBezTo>
                    <a:pt x="5259" y="6490"/>
                    <a:pt x="5382" y="6408"/>
                    <a:pt x="5433" y="6233"/>
                  </a:cubicBezTo>
                  <a:cubicBezTo>
                    <a:pt x="5433" y="6059"/>
                    <a:pt x="5300" y="5895"/>
                    <a:pt x="5126" y="5895"/>
                  </a:cubicBezTo>
                  <a:lnTo>
                    <a:pt x="4234" y="5895"/>
                  </a:lnTo>
                  <a:cubicBezTo>
                    <a:pt x="4193" y="5895"/>
                    <a:pt x="4152" y="5936"/>
                    <a:pt x="4101" y="5936"/>
                  </a:cubicBezTo>
                  <a:lnTo>
                    <a:pt x="4101" y="2522"/>
                  </a:lnTo>
                  <a:cubicBezTo>
                    <a:pt x="4152" y="2522"/>
                    <a:pt x="4193" y="2563"/>
                    <a:pt x="4234" y="2563"/>
                  </a:cubicBezTo>
                  <a:lnTo>
                    <a:pt x="5126" y="2563"/>
                  </a:lnTo>
                  <a:cubicBezTo>
                    <a:pt x="5259" y="2563"/>
                    <a:pt x="5382" y="2430"/>
                    <a:pt x="5433" y="2307"/>
                  </a:cubicBezTo>
                  <a:cubicBezTo>
                    <a:pt x="5433" y="2133"/>
                    <a:pt x="5300" y="1959"/>
                    <a:pt x="5126" y="1959"/>
                  </a:cubicBezTo>
                  <a:lnTo>
                    <a:pt x="4234" y="1959"/>
                  </a:lnTo>
                  <a:cubicBezTo>
                    <a:pt x="4193" y="1959"/>
                    <a:pt x="4152" y="1959"/>
                    <a:pt x="4101" y="2010"/>
                  </a:cubicBezTo>
                  <a:lnTo>
                    <a:pt x="4101" y="595"/>
                  </a:lnTo>
                  <a:close/>
                  <a:moveTo>
                    <a:pt x="13163" y="595"/>
                  </a:moveTo>
                  <a:lnTo>
                    <a:pt x="13163" y="8069"/>
                  </a:lnTo>
                  <a:lnTo>
                    <a:pt x="8632" y="8069"/>
                  </a:lnTo>
                  <a:cubicBezTo>
                    <a:pt x="8119" y="8069"/>
                    <a:pt x="7607" y="8243"/>
                    <a:pt x="7176" y="8540"/>
                  </a:cubicBezTo>
                  <a:lnTo>
                    <a:pt x="7176" y="1282"/>
                  </a:lnTo>
                  <a:cubicBezTo>
                    <a:pt x="7525" y="851"/>
                    <a:pt x="8078" y="595"/>
                    <a:pt x="8632" y="595"/>
                  </a:cubicBezTo>
                  <a:close/>
                  <a:moveTo>
                    <a:pt x="1753" y="8673"/>
                  </a:moveTo>
                  <a:lnTo>
                    <a:pt x="1753" y="9606"/>
                  </a:lnTo>
                  <a:lnTo>
                    <a:pt x="605" y="9606"/>
                  </a:lnTo>
                  <a:lnTo>
                    <a:pt x="605" y="8673"/>
                  </a:lnTo>
                  <a:close/>
                  <a:moveTo>
                    <a:pt x="5126" y="8673"/>
                  </a:moveTo>
                  <a:cubicBezTo>
                    <a:pt x="5556" y="8673"/>
                    <a:pt x="5987" y="8837"/>
                    <a:pt x="6325" y="9094"/>
                  </a:cubicBezTo>
                  <a:cubicBezTo>
                    <a:pt x="6110" y="9227"/>
                    <a:pt x="5946" y="9391"/>
                    <a:pt x="5813" y="9606"/>
                  </a:cubicBezTo>
                  <a:lnTo>
                    <a:pt x="4101" y="9606"/>
                  </a:lnTo>
                  <a:lnTo>
                    <a:pt x="4101" y="8673"/>
                  </a:lnTo>
                  <a:close/>
                  <a:moveTo>
                    <a:pt x="13163" y="8673"/>
                  </a:moveTo>
                  <a:lnTo>
                    <a:pt x="13163" y="9606"/>
                  </a:lnTo>
                  <a:lnTo>
                    <a:pt x="7945" y="9606"/>
                  </a:lnTo>
                  <a:cubicBezTo>
                    <a:pt x="7822" y="9391"/>
                    <a:pt x="7648" y="9227"/>
                    <a:pt x="7433" y="9094"/>
                  </a:cubicBezTo>
                  <a:cubicBezTo>
                    <a:pt x="7781" y="8837"/>
                    <a:pt x="8201" y="8673"/>
                    <a:pt x="8632" y="8673"/>
                  </a:cubicBezTo>
                  <a:close/>
                  <a:moveTo>
                    <a:pt x="3506" y="595"/>
                  </a:moveTo>
                  <a:lnTo>
                    <a:pt x="3506" y="10211"/>
                  </a:lnTo>
                  <a:lnTo>
                    <a:pt x="3127" y="9904"/>
                  </a:lnTo>
                  <a:cubicBezTo>
                    <a:pt x="3076" y="9863"/>
                    <a:pt x="2994" y="9821"/>
                    <a:pt x="2953" y="9821"/>
                  </a:cubicBezTo>
                  <a:cubicBezTo>
                    <a:pt x="2871" y="9821"/>
                    <a:pt x="2819" y="9863"/>
                    <a:pt x="2778" y="9904"/>
                  </a:cubicBezTo>
                  <a:lnTo>
                    <a:pt x="2358" y="10211"/>
                  </a:lnTo>
                  <a:lnTo>
                    <a:pt x="2358" y="595"/>
                  </a:lnTo>
                  <a:close/>
                  <a:moveTo>
                    <a:pt x="308" y="1"/>
                  </a:moveTo>
                  <a:cubicBezTo>
                    <a:pt x="133" y="1"/>
                    <a:pt x="0" y="124"/>
                    <a:pt x="0" y="298"/>
                  </a:cubicBezTo>
                  <a:lnTo>
                    <a:pt x="0" y="8366"/>
                  </a:lnTo>
                  <a:lnTo>
                    <a:pt x="0" y="9904"/>
                  </a:lnTo>
                  <a:cubicBezTo>
                    <a:pt x="0" y="10078"/>
                    <a:pt x="133" y="10211"/>
                    <a:pt x="308" y="10211"/>
                  </a:cubicBezTo>
                  <a:lnTo>
                    <a:pt x="1753" y="10211"/>
                  </a:lnTo>
                  <a:lnTo>
                    <a:pt x="1753" y="10765"/>
                  </a:lnTo>
                  <a:cubicBezTo>
                    <a:pt x="1753" y="10847"/>
                    <a:pt x="1794" y="10929"/>
                    <a:pt x="1886" y="11021"/>
                  </a:cubicBezTo>
                  <a:cubicBezTo>
                    <a:pt x="1927" y="11062"/>
                    <a:pt x="1992" y="11082"/>
                    <a:pt x="2056" y="11082"/>
                  </a:cubicBezTo>
                  <a:cubicBezTo>
                    <a:pt x="2120" y="11082"/>
                    <a:pt x="2184" y="11062"/>
                    <a:pt x="2225" y="11021"/>
                  </a:cubicBezTo>
                  <a:lnTo>
                    <a:pt x="2953" y="10508"/>
                  </a:lnTo>
                  <a:lnTo>
                    <a:pt x="3639" y="11021"/>
                  </a:lnTo>
                  <a:cubicBezTo>
                    <a:pt x="3680" y="11062"/>
                    <a:pt x="3762" y="11062"/>
                    <a:pt x="3803" y="11062"/>
                  </a:cubicBezTo>
                  <a:cubicBezTo>
                    <a:pt x="3844" y="11062"/>
                    <a:pt x="3937" y="11062"/>
                    <a:pt x="3978" y="11021"/>
                  </a:cubicBezTo>
                  <a:cubicBezTo>
                    <a:pt x="4060" y="10980"/>
                    <a:pt x="4101" y="10888"/>
                    <a:pt x="4101" y="10765"/>
                  </a:cubicBezTo>
                  <a:lnTo>
                    <a:pt x="4101" y="10211"/>
                  </a:lnTo>
                  <a:lnTo>
                    <a:pt x="5987" y="10211"/>
                  </a:lnTo>
                  <a:cubicBezTo>
                    <a:pt x="6110" y="10211"/>
                    <a:pt x="6243" y="10119"/>
                    <a:pt x="6284" y="9996"/>
                  </a:cubicBezTo>
                  <a:cubicBezTo>
                    <a:pt x="6366" y="9739"/>
                    <a:pt x="6623" y="9565"/>
                    <a:pt x="6879" y="9565"/>
                  </a:cubicBezTo>
                  <a:cubicBezTo>
                    <a:pt x="7135" y="9565"/>
                    <a:pt x="7350" y="9698"/>
                    <a:pt x="7433" y="9955"/>
                  </a:cubicBezTo>
                  <a:lnTo>
                    <a:pt x="7484" y="9996"/>
                  </a:lnTo>
                  <a:cubicBezTo>
                    <a:pt x="7525" y="10119"/>
                    <a:pt x="7607" y="10211"/>
                    <a:pt x="7740" y="10211"/>
                  </a:cubicBezTo>
                  <a:lnTo>
                    <a:pt x="13460" y="10211"/>
                  </a:lnTo>
                  <a:cubicBezTo>
                    <a:pt x="13635" y="10211"/>
                    <a:pt x="13758" y="10078"/>
                    <a:pt x="13758" y="9904"/>
                  </a:cubicBezTo>
                  <a:lnTo>
                    <a:pt x="13758" y="8366"/>
                  </a:lnTo>
                  <a:lnTo>
                    <a:pt x="13758" y="8161"/>
                  </a:lnTo>
                  <a:lnTo>
                    <a:pt x="13758" y="298"/>
                  </a:lnTo>
                  <a:cubicBezTo>
                    <a:pt x="13758" y="124"/>
                    <a:pt x="13635" y="1"/>
                    <a:pt x="13460" y="1"/>
                  </a:cubicBezTo>
                  <a:lnTo>
                    <a:pt x="8632" y="1"/>
                  </a:lnTo>
                  <a:cubicBezTo>
                    <a:pt x="7996" y="1"/>
                    <a:pt x="7350" y="257"/>
                    <a:pt x="6879" y="728"/>
                  </a:cubicBezTo>
                  <a:cubicBezTo>
                    <a:pt x="6407" y="257"/>
                    <a:pt x="5772" y="1"/>
                    <a:pt x="5126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8" name="Google Shape;538;p42"/>
          <p:cNvGrpSpPr/>
          <p:nvPr/>
        </p:nvGrpSpPr>
        <p:grpSpPr>
          <a:xfrm>
            <a:off x="1323933" y="1410450"/>
            <a:ext cx="343975" cy="344100"/>
            <a:chOff x="1003188" y="1986175"/>
            <a:chExt cx="343975" cy="344100"/>
          </a:xfrm>
        </p:grpSpPr>
        <p:sp>
          <p:nvSpPr>
            <p:cNvPr id="539" name="Google Shape;539;p42"/>
            <p:cNvSpPr/>
            <p:nvPr/>
          </p:nvSpPr>
          <p:spPr>
            <a:xfrm>
              <a:off x="1090863" y="1986175"/>
              <a:ext cx="168650" cy="173150"/>
            </a:xfrm>
            <a:custGeom>
              <a:rect b="b" l="l" r="r" t="t"/>
              <a:pathLst>
                <a:path extrusionOk="0" h="6926" w="6746">
                  <a:moveTo>
                    <a:pt x="1743" y="1503"/>
                  </a:moveTo>
                  <a:cubicBezTo>
                    <a:pt x="2471" y="1503"/>
                    <a:pt x="3075" y="2056"/>
                    <a:pt x="3075" y="2825"/>
                  </a:cubicBezTo>
                  <a:lnTo>
                    <a:pt x="3075" y="3553"/>
                  </a:lnTo>
                  <a:lnTo>
                    <a:pt x="1917" y="3553"/>
                  </a:lnTo>
                  <a:cubicBezTo>
                    <a:pt x="1189" y="3553"/>
                    <a:pt x="595" y="2959"/>
                    <a:pt x="595" y="2231"/>
                  </a:cubicBezTo>
                  <a:lnTo>
                    <a:pt x="595" y="1503"/>
                  </a:lnTo>
                  <a:close/>
                  <a:moveTo>
                    <a:pt x="6151" y="2825"/>
                  </a:moveTo>
                  <a:lnTo>
                    <a:pt x="6151" y="3553"/>
                  </a:lnTo>
                  <a:cubicBezTo>
                    <a:pt x="6151" y="4281"/>
                    <a:pt x="5546" y="4835"/>
                    <a:pt x="4818" y="4835"/>
                  </a:cubicBezTo>
                  <a:lnTo>
                    <a:pt x="3670" y="4835"/>
                  </a:lnTo>
                  <a:lnTo>
                    <a:pt x="3670" y="4107"/>
                  </a:lnTo>
                  <a:cubicBezTo>
                    <a:pt x="3670" y="3379"/>
                    <a:pt x="4265" y="2825"/>
                    <a:pt x="4992" y="2825"/>
                  </a:cubicBezTo>
                  <a:close/>
                  <a:moveTo>
                    <a:pt x="3362" y="0"/>
                  </a:moveTo>
                  <a:cubicBezTo>
                    <a:pt x="3208" y="0"/>
                    <a:pt x="3075" y="156"/>
                    <a:pt x="3075" y="303"/>
                  </a:cubicBezTo>
                  <a:lnTo>
                    <a:pt x="3075" y="1421"/>
                  </a:lnTo>
                  <a:cubicBezTo>
                    <a:pt x="2727" y="1113"/>
                    <a:pt x="2255" y="908"/>
                    <a:pt x="1743" y="908"/>
                  </a:cubicBezTo>
                  <a:lnTo>
                    <a:pt x="297" y="908"/>
                  </a:lnTo>
                  <a:cubicBezTo>
                    <a:pt x="123" y="908"/>
                    <a:pt x="0" y="1031"/>
                    <a:pt x="0" y="1206"/>
                  </a:cubicBezTo>
                  <a:lnTo>
                    <a:pt x="0" y="2231"/>
                  </a:lnTo>
                  <a:cubicBezTo>
                    <a:pt x="0" y="3256"/>
                    <a:pt x="851" y="4107"/>
                    <a:pt x="1917" y="4107"/>
                  </a:cubicBezTo>
                  <a:lnTo>
                    <a:pt x="3075" y="4107"/>
                  </a:lnTo>
                  <a:lnTo>
                    <a:pt x="3075" y="5132"/>
                  </a:lnTo>
                  <a:lnTo>
                    <a:pt x="3075" y="6629"/>
                  </a:lnTo>
                  <a:cubicBezTo>
                    <a:pt x="3075" y="6752"/>
                    <a:pt x="3157" y="6885"/>
                    <a:pt x="3332" y="6926"/>
                  </a:cubicBezTo>
                  <a:cubicBezTo>
                    <a:pt x="3496" y="6926"/>
                    <a:pt x="3670" y="6803"/>
                    <a:pt x="3670" y="6629"/>
                  </a:cubicBezTo>
                  <a:lnTo>
                    <a:pt x="3670" y="5429"/>
                  </a:lnTo>
                  <a:lnTo>
                    <a:pt x="4818" y="5429"/>
                  </a:lnTo>
                  <a:cubicBezTo>
                    <a:pt x="5895" y="5429"/>
                    <a:pt x="6745" y="4578"/>
                    <a:pt x="6745" y="3553"/>
                  </a:cubicBezTo>
                  <a:lnTo>
                    <a:pt x="6745" y="2528"/>
                  </a:lnTo>
                  <a:cubicBezTo>
                    <a:pt x="6745" y="2354"/>
                    <a:pt x="6612" y="2231"/>
                    <a:pt x="6448" y="2231"/>
                  </a:cubicBezTo>
                  <a:lnTo>
                    <a:pt x="4992" y="2231"/>
                  </a:lnTo>
                  <a:cubicBezTo>
                    <a:pt x="4480" y="2231"/>
                    <a:pt x="4008" y="2395"/>
                    <a:pt x="3670" y="2743"/>
                  </a:cubicBezTo>
                  <a:lnTo>
                    <a:pt x="3670" y="303"/>
                  </a:lnTo>
                  <a:cubicBezTo>
                    <a:pt x="3670" y="180"/>
                    <a:pt x="3588" y="6"/>
                    <a:pt x="3414" y="6"/>
                  </a:cubicBezTo>
                  <a:cubicBezTo>
                    <a:pt x="3396" y="2"/>
                    <a:pt x="3379" y="0"/>
                    <a:pt x="3362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2"/>
            <p:cNvSpPr/>
            <p:nvPr/>
          </p:nvSpPr>
          <p:spPr>
            <a:xfrm>
              <a:off x="1003188" y="2144500"/>
              <a:ext cx="343975" cy="185775"/>
            </a:xfrm>
            <a:custGeom>
              <a:rect b="b" l="l" r="r" t="t"/>
              <a:pathLst>
                <a:path extrusionOk="0" h="7431" w="13759">
                  <a:moveTo>
                    <a:pt x="6873" y="584"/>
                  </a:moveTo>
                  <a:cubicBezTo>
                    <a:pt x="7777" y="584"/>
                    <a:pt x="8639" y="1011"/>
                    <a:pt x="9186" y="1751"/>
                  </a:cubicBezTo>
                  <a:cubicBezTo>
                    <a:pt x="9145" y="1751"/>
                    <a:pt x="9145" y="1751"/>
                    <a:pt x="9094" y="1700"/>
                  </a:cubicBezTo>
                  <a:cubicBezTo>
                    <a:pt x="8889" y="1659"/>
                    <a:pt x="8674" y="1577"/>
                    <a:pt x="8376" y="1577"/>
                  </a:cubicBezTo>
                  <a:cubicBezTo>
                    <a:pt x="7772" y="1577"/>
                    <a:pt x="7218" y="1915"/>
                    <a:pt x="6880" y="2387"/>
                  </a:cubicBezTo>
                  <a:cubicBezTo>
                    <a:pt x="6531" y="1915"/>
                    <a:pt x="5978" y="1577"/>
                    <a:pt x="5383" y="1577"/>
                  </a:cubicBezTo>
                  <a:cubicBezTo>
                    <a:pt x="5086" y="1577"/>
                    <a:pt x="4870" y="1659"/>
                    <a:pt x="4655" y="1700"/>
                  </a:cubicBezTo>
                  <a:cubicBezTo>
                    <a:pt x="4614" y="1751"/>
                    <a:pt x="4614" y="1751"/>
                    <a:pt x="4573" y="1751"/>
                  </a:cubicBezTo>
                  <a:cubicBezTo>
                    <a:pt x="4911" y="1280"/>
                    <a:pt x="5424" y="931"/>
                    <a:pt x="5978" y="726"/>
                  </a:cubicBezTo>
                  <a:cubicBezTo>
                    <a:pt x="6274" y="630"/>
                    <a:pt x="6576" y="584"/>
                    <a:pt x="6873" y="584"/>
                  </a:cubicBezTo>
                  <a:close/>
                  <a:moveTo>
                    <a:pt x="5424" y="2172"/>
                  </a:moveTo>
                  <a:cubicBezTo>
                    <a:pt x="6070" y="2172"/>
                    <a:pt x="6582" y="2725"/>
                    <a:pt x="6582" y="3371"/>
                  </a:cubicBezTo>
                  <a:lnTo>
                    <a:pt x="6582" y="4314"/>
                  </a:lnTo>
                  <a:cubicBezTo>
                    <a:pt x="6193" y="4099"/>
                    <a:pt x="5762" y="3966"/>
                    <a:pt x="5301" y="3966"/>
                  </a:cubicBezTo>
                  <a:lnTo>
                    <a:pt x="1026" y="3966"/>
                  </a:lnTo>
                  <a:lnTo>
                    <a:pt x="1026" y="3330"/>
                  </a:lnTo>
                  <a:cubicBezTo>
                    <a:pt x="1026" y="3074"/>
                    <a:pt x="1282" y="2817"/>
                    <a:pt x="1580" y="2817"/>
                  </a:cubicBezTo>
                  <a:cubicBezTo>
                    <a:pt x="2646" y="2817"/>
                    <a:pt x="3712" y="2643"/>
                    <a:pt x="4737" y="2305"/>
                  </a:cubicBezTo>
                  <a:cubicBezTo>
                    <a:pt x="4788" y="2305"/>
                    <a:pt x="4829" y="2305"/>
                    <a:pt x="4829" y="2264"/>
                  </a:cubicBezTo>
                  <a:cubicBezTo>
                    <a:pt x="5045" y="2213"/>
                    <a:pt x="5168" y="2172"/>
                    <a:pt x="5424" y="2172"/>
                  </a:cubicBezTo>
                  <a:close/>
                  <a:moveTo>
                    <a:pt x="8325" y="2172"/>
                  </a:moveTo>
                  <a:cubicBezTo>
                    <a:pt x="8581" y="2172"/>
                    <a:pt x="8715" y="2213"/>
                    <a:pt x="8930" y="2264"/>
                  </a:cubicBezTo>
                  <a:cubicBezTo>
                    <a:pt x="8930" y="2305"/>
                    <a:pt x="8971" y="2305"/>
                    <a:pt x="9012" y="2305"/>
                  </a:cubicBezTo>
                  <a:cubicBezTo>
                    <a:pt x="10037" y="2643"/>
                    <a:pt x="11103" y="2817"/>
                    <a:pt x="12170" y="2817"/>
                  </a:cubicBezTo>
                  <a:cubicBezTo>
                    <a:pt x="12477" y="2817"/>
                    <a:pt x="12733" y="3074"/>
                    <a:pt x="12733" y="3330"/>
                  </a:cubicBezTo>
                  <a:lnTo>
                    <a:pt x="12733" y="3966"/>
                  </a:lnTo>
                  <a:lnTo>
                    <a:pt x="8458" y="3966"/>
                  </a:lnTo>
                  <a:cubicBezTo>
                    <a:pt x="7987" y="3966"/>
                    <a:pt x="7556" y="4099"/>
                    <a:pt x="7177" y="4314"/>
                  </a:cubicBezTo>
                  <a:lnTo>
                    <a:pt x="7177" y="3371"/>
                  </a:lnTo>
                  <a:cubicBezTo>
                    <a:pt x="7177" y="2725"/>
                    <a:pt x="7690" y="2172"/>
                    <a:pt x="8325" y="2172"/>
                  </a:cubicBezTo>
                  <a:close/>
                  <a:moveTo>
                    <a:pt x="13154" y="4570"/>
                  </a:moveTo>
                  <a:lnTo>
                    <a:pt x="13154" y="5719"/>
                  </a:lnTo>
                  <a:lnTo>
                    <a:pt x="8243" y="5719"/>
                  </a:lnTo>
                  <a:cubicBezTo>
                    <a:pt x="7946" y="5719"/>
                    <a:pt x="7690" y="5934"/>
                    <a:pt x="7649" y="6231"/>
                  </a:cubicBezTo>
                  <a:cubicBezTo>
                    <a:pt x="7556" y="6569"/>
                    <a:pt x="7259" y="6826"/>
                    <a:pt x="6880" y="6826"/>
                  </a:cubicBezTo>
                  <a:cubicBezTo>
                    <a:pt x="6490" y="6826"/>
                    <a:pt x="6193" y="6569"/>
                    <a:pt x="6111" y="6231"/>
                  </a:cubicBezTo>
                  <a:cubicBezTo>
                    <a:pt x="6070" y="5934"/>
                    <a:pt x="5814" y="5719"/>
                    <a:pt x="5506" y="5719"/>
                  </a:cubicBezTo>
                  <a:lnTo>
                    <a:pt x="596" y="5719"/>
                  </a:lnTo>
                  <a:lnTo>
                    <a:pt x="596" y="4570"/>
                  </a:lnTo>
                  <a:lnTo>
                    <a:pt x="5301" y="4570"/>
                  </a:lnTo>
                  <a:cubicBezTo>
                    <a:pt x="5814" y="4570"/>
                    <a:pt x="6326" y="4775"/>
                    <a:pt x="6664" y="5124"/>
                  </a:cubicBezTo>
                  <a:cubicBezTo>
                    <a:pt x="6726" y="5186"/>
                    <a:pt x="6800" y="5216"/>
                    <a:pt x="6876" y="5216"/>
                  </a:cubicBezTo>
                  <a:cubicBezTo>
                    <a:pt x="6952" y="5216"/>
                    <a:pt x="7028" y="5186"/>
                    <a:pt x="7095" y="5124"/>
                  </a:cubicBezTo>
                  <a:cubicBezTo>
                    <a:pt x="7474" y="4775"/>
                    <a:pt x="7946" y="4570"/>
                    <a:pt x="8458" y="4570"/>
                  </a:cubicBezTo>
                  <a:close/>
                  <a:moveTo>
                    <a:pt x="6872" y="1"/>
                  </a:moveTo>
                  <a:cubicBezTo>
                    <a:pt x="6513" y="1"/>
                    <a:pt x="6156" y="54"/>
                    <a:pt x="5814" y="162"/>
                  </a:cubicBezTo>
                  <a:cubicBezTo>
                    <a:pt x="4911" y="470"/>
                    <a:pt x="4143" y="1105"/>
                    <a:pt x="3763" y="1956"/>
                  </a:cubicBezTo>
                  <a:cubicBezTo>
                    <a:pt x="3035" y="2131"/>
                    <a:pt x="2308" y="2213"/>
                    <a:pt x="1580" y="2213"/>
                  </a:cubicBezTo>
                  <a:cubicBezTo>
                    <a:pt x="985" y="2213"/>
                    <a:pt x="473" y="2725"/>
                    <a:pt x="473" y="3330"/>
                  </a:cubicBezTo>
                  <a:lnTo>
                    <a:pt x="473" y="3966"/>
                  </a:lnTo>
                  <a:lnTo>
                    <a:pt x="298" y="3966"/>
                  </a:lnTo>
                  <a:cubicBezTo>
                    <a:pt x="124" y="3966"/>
                    <a:pt x="1" y="4099"/>
                    <a:pt x="1" y="4263"/>
                  </a:cubicBezTo>
                  <a:lnTo>
                    <a:pt x="1" y="6016"/>
                  </a:lnTo>
                  <a:cubicBezTo>
                    <a:pt x="1" y="6190"/>
                    <a:pt x="124" y="6313"/>
                    <a:pt x="298" y="6313"/>
                  </a:cubicBezTo>
                  <a:lnTo>
                    <a:pt x="5506" y="6313"/>
                  </a:lnTo>
                  <a:cubicBezTo>
                    <a:pt x="5506" y="6313"/>
                    <a:pt x="5557" y="6313"/>
                    <a:pt x="5557" y="6364"/>
                  </a:cubicBezTo>
                  <a:cubicBezTo>
                    <a:pt x="5680" y="6959"/>
                    <a:pt x="6234" y="7431"/>
                    <a:pt x="6880" y="7431"/>
                  </a:cubicBezTo>
                  <a:cubicBezTo>
                    <a:pt x="7515" y="7431"/>
                    <a:pt x="8069" y="6959"/>
                    <a:pt x="8202" y="6364"/>
                  </a:cubicBezTo>
                  <a:cubicBezTo>
                    <a:pt x="8202" y="6313"/>
                    <a:pt x="8243" y="6313"/>
                    <a:pt x="8243" y="6313"/>
                  </a:cubicBezTo>
                  <a:lnTo>
                    <a:pt x="13451" y="6313"/>
                  </a:lnTo>
                  <a:cubicBezTo>
                    <a:pt x="13625" y="6313"/>
                    <a:pt x="13758" y="6190"/>
                    <a:pt x="13758" y="6016"/>
                  </a:cubicBezTo>
                  <a:lnTo>
                    <a:pt x="13758" y="4263"/>
                  </a:lnTo>
                  <a:cubicBezTo>
                    <a:pt x="13758" y="4099"/>
                    <a:pt x="13625" y="3966"/>
                    <a:pt x="13451" y="3966"/>
                  </a:cubicBezTo>
                  <a:lnTo>
                    <a:pt x="13328" y="3966"/>
                  </a:lnTo>
                  <a:lnTo>
                    <a:pt x="13328" y="3330"/>
                  </a:lnTo>
                  <a:cubicBezTo>
                    <a:pt x="13328" y="2725"/>
                    <a:pt x="12815" y="2213"/>
                    <a:pt x="12221" y="2213"/>
                  </a:cubicBezTo>
                  <a:cubicBezTo>
                    <a:pt x="11452" y="2213"/>
                    <a:pt x="10724" y="2131"/>
                    <a:pt x="10037" y="1956"/>
                  </a:cubicBezTo>
                  <a:cubicBezTo>
                    <a:pt x="9658" y="1239"/>
                    <a:pt x="9053" y="634"/>
                    <a:pt x="8325" y="296"/>
                  </a:cubicBezTo>
                  <a:cubicBezTo>
                    <a:pt x="7858" y="100"/>
                    <a:pt x="7363" y="1"/>
                    <a:pt x="6872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42"/>
          <p:cNvGrpSpPr/>
          <p:nvPr/>
        </p:nvGrpSpPr>
        <p:grpSpPr>
          <a:xfrm>
            <a:off x="4711150" y="1410638"/>
            <a:ext cx="321650" cy="343725"/>
            <a:chOff x="4017663" y="1976825"/>
            <a:chExt cx="321650" cy="343725"/>
          </a:xfrm>
        </p:grpSpPr>
        <p:sp>
          <p:nvSpPr>
            <p:cNvPr id="542" name="Google Shape;542;p42"/>
            <p:cNvSpPr/>
            <p:nvPr/>
          </p:nvSpPr>
          <p:spPr>
            <a:xfrm>
              <a:off x="4224988" y="1984275"/>
              <a:ext cx="78950" cy="78950"/>
            </a:xfrm>
            <a:custGeom>
              <a:rect b="b" l="l" r="r" t="t"/>
              <a:pathLst>
                <a:path extrusionOk="0" h="3158" w="3158">
                  <a:moveTo>
                    <a:pt x="0" y="0"/>
                  </a:moveTo>
                  <a:lnTo>
                    <a:pt x="0" y="1538"/>
                  </a:lnTo>
                  <a:cubicBezTo>
                    <a:pt x="0" y="1702"/>
                    <a:pt x="164" y="1835"/>
                    <a:pt x="298" y="1835"/>
                  </a:cubicBezTo>
                  <a:lnTo>
                    <a:pt x="1323" y="1835"/>
                  </a:lnTo>
                  <a:lnTo>
                    <a:pt x="1323" y="2860"/>
                  </a:lnTo>
                  <a:cubicBezTo>
                    <a:pt x="1323" y="3035"/>
                    <a:pt x="1446" y="3158"/>
                    <a:pt x="1620" y="3158"/>
                  </a:cubicBezTo>
                  <a:lnTo>
                    <a:pt x="3158" y="3158"/>
                  </a:lnTo>
                  <a:lnTo>
                    <a:pt x="3158" y="2563"/>
                  </a:lnTo>
                  <a:lnTo>
                    <a:pt x="1917" y="2563"/>
                  </a:lnTo>
                  <a:lnTo>
                    <a:pt x="1917" y="1538"/>
                  </a:lnTo>
                  <a:cubicBezTo>
                    <a:pt x="1917" y="1405"/>
                    <a:pt x="1794" y="1282"/>
                    <a:pt x="1620" y="1282"/>
                  </a:cubicBezTo>
                  <a:lnTo>
                    <a:pt x="595" y="1282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2"/>
            <p:cNvSpPr/>
            <p:nvPr/>
          </p:nvSpPr>
          <p:spPr>
            <a:xfrm>
              <a:off x="4224988" y="2234150"/>
              <a:ext cx="78950" cy="78950"/>
            </a:xfrm>
            <a:custGeom>
              <a:rect b="b" l="l" r="r" t="t"/>
              <a:pathLst>
                <a:path extrusionOk="0" h="3158" w="3158">
                  <a:moveTo>
                    <a:pt x="1620" y="0"/>
                  </a:moveTo>
                  <a:cubicBezTo>
                    <a:pt x="1446" y="0"/>
                    <a:pt x="1323" y="123"/>
                    <a:pt x="1323" y="298"/>
                  </a:cubicBezTo>
                  <a:lnTo>
                    <a:pt x="1323" y="1323"/>
                  </a:lnTo>
                  <a:lnTo>
                    <a:pt x="298" y="1323"/>
                  </a:lnTo>
                  <a:cubicBezTo>
                    <a:pt x="164" y="1323"/>
                    <a:pt x="0" y="1446"/>
                    <a:pt x="0" y="1620"/>
                  </a:cubicBezTo>
                  <a:lnTo>
                    <a:pt x="0" y="3158"/>
                  </a:lnTo>
                  <a:lnTo>
                    <a:pt x="595" y="3158"/>
                  </a:lnTo>
                  <a:lnTo>
                    <a:pt x="595" y="1917"/>
                  </a:lnTo>
                  <a:lnTo>
                    <a:pt x="1620" y="1917"/>
                  </a:lnTo>
                  <a:cubicBezTo>
                    <a:pt x="1794" y="1917"/>
                    <a:pt x="1917" y="1794"/>
                    <a:pt x="1917" y="1620"/>
                  </a:cubicBezTo>
                  <a:lnTo>
                    <a:pt x="1917" y="595"/>
                  </a:lnTo>
                  <a:lnTo>
                    <a:pt x="3158" y="595"/>
                  </a:lnTo>
                  <a:lnTo>
                    <a:pt x="3158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2"/>
            <p:cNvSpPr/>
            <p:nvPr/>
          </p:nvSpPr>
          <p:spPr>
            <a:xfrm>
              <a:off x="4267538" y="2141125"/>
              <a:ext cx="18225" cy="15125"/>
            </a:xfrm>
            <a:custGeom>
              <a:rect b="b" l="l" r="r" t="t"/>
              <a:pathLst>
                <a:path extrusionOk="0" h="605" w="729">
                  <a:moveTo>
                    <a:pt x="349" y="0"/>
                  </a:moveTo>
                  <a:cubicBezTo>
                    <a:pt x="257" y="0"/>
                    <a:pt x="174" y="41"/>
                    <a:pt x="92" y="133"/>
                  </a:cubicBezTo>
                  <a:cubicBezTo>
                    <a:pt x="0" y="390"/>
                    <a:pt x="133" y="605"/>
                    <a:pt x="349" y="605"/>
                  </a:cubicBezTo>
                  <a:cubicBezTo>
                    <a:pt x="564" y="605"/>
                    <a:pt x="728" y="390"/>
                    <a:pt x="646" y="174"/>
                  </a:cubicBezTo>
                  <a:cubicBezTo>
                    <a:pt x="605" y="92"/>
                    <a:pt x="472" y="0"/>
                    <a:pt x="39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2"/>
            <p:cNvSpPr/>
            <p:nvPr/>
          </p:nvSpPr>
          <p:spPr>
            <a:xfrm>
              <a:off x="4017663" y="1976825"/>
              <a:ext cx="321650" cy="343725"/>
            </a:xfrm>
            <a:custGeom>
              <a:rect b="b" l="l" r="r" t="t"/>
              <a:pathLst>
                <a:path extrusionOk="0" h="13749" w="12866">
                  <a:moveTo>
                    <a:pt x="2399" y="595"/>
                  </a:moveTo>
                  <a:lnTo>
                    <a:pt x="2399" y="2471"/>
                  </a:lnTo>
                  <a:cubicBezTo>
                    <a:pt x="2184" y="2307"/>
                    <a:pt x="1886" y="2215"/>
                    <a:pt x="1589" y="2215"/>
                  </a:cubicBezTo>
                  <a:lnTo>
                    <a:pt x="1240" y="2215"/>
                  </a:lnTo>
                  <a:lnTo>
                    <a:pt x="1240" y="595"/>
                  </a:lnTo>
                  <a:close/>
                  <a:moveTo>
                    <a:pt x="1589" y="2820"/>
                  </a:moveTo>
                  <a:cubicBezTo>
                    <a:pt x="2009" y="2820"/>
                    <a:pt x="2399" y="3117"/>
                    <a:pt x="2399" y="3589"/>
                  </a:cubicBezTo>
                  <a:cubicBezTo>
                    <a:pt x="2399" y="4009"/>
                    <a:pt x="2050" y="4399"/>
                    <a:pt x="1589" y="4399"/>
                  </a:cubicBezTo>
                  <a:lnTo>
                    <a:pt x="605" y="4399"/>
                  </a:lnTo>
                  <a:lnTo>
                    <a:pt x="605" y="2820"/>
                  </a:lnTo>
                  <a:close/>
                  <a:moveTo>
                    <a:pt x="11707" y="5424"/>
                  </a:moveTo>
                  <a:cubicBezTo>
                    <a:pt x="12005" y="5424"/>
                    <a:pt x="12220" y="5680"/>
                    <a:pt x="12220" y="5936"/>
                  </a:cubicBezTo>
                  <a:lnTo>
                    <a:pt x="12220" y="7812"/>
                  </a:lnTo>
                  <a:cubicBezTo>
                    <a:pt x="12220" y="8110"/>
                    <a:pt x="12005" y="8325"/>
                    <a:pt x="11707" y="8325"/>
                  </a:cubicBezTo>
                  <a:lnTo>
                    <a:pt x="10385" y="8325"/>
                  </a:lnTo>
                  <a:cubicBezTo>
                    <a:pt x="9534" y="8325"/>
                    <a:pt x="8847" y="7638"/>
                    <a:pt x="8888" y="6787"/>
                  </a:cubicBezTo>
                  <a:cubicBezTo>
                    <a:pt x="8929" y="6018"/>
                    <a:pt x="9575" y="5424"/>
                    <a:pt x="10344" y="5424"/>
                  </a:cubicBezTo>
                  <a:close/>
                  <a:moveTo>
                    <a:pt x="2399" y="4737"/>
                  </a:moveTo>
                  <a:lnTo>
                    <a:pt x="2399" y="9012"/>
                  </a:lnTo>
                  <a:cubicBezTo>
                    <a:pt x="2184" y="8838"/>
                    <a:pt x="1886" y="8756"/>
                    <a:pt x="1589" y="8756"/>
                  </a:cubicBezTo>
                  <a:lnTo>
                    <a:pt x="1240" y="8756"/>
                  </a:lnTo>
                  <a:lnTo>
                    <a:pt x="1240" y="4993"/>
                  </a:lnTo>
                  <a:lnTo>
                    <a:pt x="1589" y="4993"/>
                  </a:lnTo>
                  <a:cubicBezTo>
                    <a:pt x="1886" y="4993"/>
                    <a:pt x="2184" y="4870"/>
                    <a:pt x="2399" y="4737"/>
                  </a:cubicBezTo>
                  <a:close/>
                  <a:moveTo>
                    <a:pt x="1589" y="9350"/>
                  </a:moveTo>
                  <a:cubicBezTo>
                    <a:pt x="2009" y="9350"/>
                    <a:pt x="2399" y="9688"/>
                    <a:pt x="2399" y="10119"/>
                  </a:cubicBezTo>
                  <a:cubicBezTo>
                    <a:pt x="2399" y="10591"/>
                    <a:pt x="2050" y="10929"/>
                    <a:pt x="1589" y="10929"/>
                  </a:cubicBezTo>
                  <a:lnTo>
                    <a:pt x="605" y="10929"/>
                  </a:lnTo>
                  <a:lnTo>
                    <a:pt x="605" y="9350"/>
                  </a:lnTo>
                  <a:close/>
                  <a:moveTo>
                    <a:pt x="2399" y="11277"/>
                  </a:moveTo>
                  <a:lnTo>
                    <a:pt x="2399" y="13153"/>
                  </a:lnTo>
                  <a:lnTo>
                    <a:pt x="1240" y="13153"/>
                  </a:lnTo>
                  <a:lnTo>
                    <a:pt x="1240" y="11534"/>
                  </a:lnTo>
                  <a:lnTo>
                    <a:pt x="1589" y="11534"/>
                  </a:lnTo>
                  <a:cubicBezTo>
                    <a:pt x="1886" y="11534"/>
                    <a:pt x="2184" y="11441"/>
                    <a:pt x="2399" y="11277"/>
                  </a:cubicBezTo>
                  <a:close/>
                  <a:moveTo>
                    <a:pt x="11154" y="595"/>
                  </a:moveTo>
                  <a:lnTo>
                    <a:pt x="11154" y="4819"/>
                  </a:lnTo>
                  <a:lnTo>
                    <a:pt x="10385" y="4819"/>
                  </a:lnTo>
                  <a:cubicBezTo>
                    <a:pt x="9226" y="4819"/>
                    <a:pt x="8293" y="5762"/>
                    <a:pt x="8334" y="6921"/>
                  </a:cubicBezTo>
                  <a:cubicBezTo>
                    <a:pt x="8334" y="8028"/>
                    <a:pt x="9226" y="8920"/>
                    <a:pt x="10385" y="8920"/>
                  </a:cubicBezTo>
                  <a:lnTo>
                    <a:pt x="11154" y="8920"/>
                  </a:lnTo>
                  <a:lnTo>
                    <a:pt x="11154" y="13194"/>
                  </a:lnTo>
                  <a:lnTo>
                    <a:pt x="2993" y="13194"/>
                  </a:lnTo>
                  <a:lnTo>
                    <a:pt x="2993" y="595"/>
                  </a:lnTo>
                  <a:close/>
                  <a:moveTo>
                    <a:pt x="943" y="1"/>
                  </a:moveTo>
                  <a:cubicBezTo>
                    <a:pt x="769" y="1"/>
                    <a:pt x="646" y="124"/>
                    <a:pt x="646" y="298"/>
                  </a:cubicBezTo>
                  <a:lnTo>
                    <a:pt x="646" y="2215"/>
                  </a:lnTo>
                  <a:lnTo>
                    <a:pt x="308" y="2215"/>
                  </a:lnTo>
                  <a:cubicBezTo>
                    <a:pt x="133" y="2215"/>
                    <a:pt x="0" y="2348"/>
                    <a:pt x="0" y="2512"/>
                  </a:cubicBezTo>
                  <a:lnTo>
                    <a:pt x="0" y="4696"/>
                  </a:lnTo>
                  <a:cubicBezTo>
                    <a:pt x="0" y="4819"/>
                    <a:pt x="133" y="4993"/>
                    <a:pt x="308" y="4993"/>
                  </a:cubicBezTo>
                  <a:lnTo>
                    <a:pt x="646" y="4993"/>
                  </a:lnTo>
                  <a:lnTo>
                    <a:pt x="646" y="8756"/>
                  </a:lnTo>
                  <a:lnTo>
                    <a:pt x="308" y="8756"/>
                  </a:lnTo>
                  <a:cubicBezTo>
                    <a:pt x="133" y="8756"/>
                    <a:pt x="0" y="8879"/>
                    <a:pt x="0" y="9053"/>
                  </a:cubicBezTo>
                  <a:lnTo>
                    <a:pt x="0" y="11226"/>
                  </a:lnTo>
                  <a:cubicBezTo>
                    <a:pt x="0" y="11400"/>
                    <a:pt x="133" y="11534"/>
                    <a:pt x="308" y="11534"/>
                  </a:cubicBezTo>
                  <a:lnTo>
                    <a:pt x="646" y="11534"/>
                  </a:lnTo>
                  <a:lnTo>
                    <a:pt x="646" y="13451"/>
                  </a:lnTo>
                  <a:cubicBezTo>
                    <a:pt x="646" y="13625"/>
                    <a:pt x="769" y="13748"/>
                    <a:pt x="943" y="13748"/>
                  </a:cubicBezTo>
                  <a:lnTo>
                    <a:pt x="11451" y="13748"/>
                  </a:lnTo>
                  <a:cubicBezTo>
                    <a:pt x="11625" y="13748"/>
                    <a:pt x="11748" y="13625"/>
                    <a:pt x="11748" y="13451"/>
                  </a:cubicBezTo>
                  <a:lnTo>
                    <a:pt x="11748" y="8879"/>
                  </a:lnTo>
                  <a:cubicBezTo>
                    <a:pt x="12353" y="8879"/>
                    <a:pt x="12866" y="8407"/>
                    <a:pt x="12866" y="7771"/>
                  </a:cubicBezTo>
                  <a:lnTo>
                    <a:pt x="12866" y="5936"/>
                  </a:lnTo>
                  <a:cubicBezTo>
                    <a:pt x="12866" y="5332"/>
                    <a:pt x="12353" y="4870"/>
                    <a:pt x="11748" y="4819"/>
                  </a:cubicBezTo>
                  <a:lnTo>
                    <a:pt x="11748" y="298"/>
                  </a:lnTo>
                  <a:cubicBezTo>
                    <a:pt x="11748" y="124"/>
                    <a:pt x="11625" y="1"/>
                    <a:pt x="1145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42"/>
            <p:cNvSpPr/>
            <p:nvPr/>
          </p:nvSpPr>
          <p:spPr>
            <a:xfrm>
              <a:off x="4126563" y="2048350"/>
              <a:ext cx="92050" cy="14875"/>
            </a:xfrm>
            <a:custGeom>
              <a:rect b="b" l="l" r="r" t="t"/>
              <a:pathLst>
                <a:path extrusionOk="0" h="595" w="3682">
                  <a:moveTo>
                    <a:pt x="308" y="0"/>
                  </a:moveTo>
                  <a:cubicBezTo>
                    <a:pt x="134" y="0"/>
                    <a:pt x="1" y="123"/>
                    <a:pt x="1" y="338"/>
                  </a:cubicBezTo>
                  <a:cubicBezTo>
                    <a:pt x="52" y="472"/>
                    <a:pt x="175" y="595"/>
                    <a:pt x="308" y="595"/>
                  </a:cubicBezTo>
                  <a:lnTo>
                    <a:pt x="3384" y="595"/>
                  </a:lnTo>
                  <a:cubicBezTo>
                    <a:pt x="3548" y="595"/>
                    <a:pt x="3681" y="420"/>
                    <a:pt x="3681" y="256"/>
                  </a:cubicBezTo>
                  <a:cubicBezTo>
                    <a:pt x="3640" y="82"/>
                    <a:pt x="3507" y="0"/>
                    <a:pt x="3384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42"/>
            <p:cNvSpPr/>
            <p:nvPr/>
          </p:nvSpPr>
          <p:spPr>
            <a:xfrm>
              <a:off x="4137338" y="2092175"/>
              <a:ext cx="70500" cy="14875"/>
            </a:xfrm>
            <a:custGeom>
              <a:rect b="b" l="l" r="r" t="t"/>
              <a:pathLst>
                <a:path extrusionOk="0" h="595" w="2820">
                  <a:moveTo>
                    <a:pt x="298" y="0"/>
                  </a:moveTo>
                  <a:cubicBezTo>
                    <a:pt x="134" y="0"/>
                    <a:pt x="0" y="123"/>
                    <a:pt x="41" y="338"/>
                  </a:cubicBezTo>
                  <a:cubicBezTo>
                    <a:pt x="41" y="461"/>
                    <a:pt x="175" y="595"/>
                    <a:pt x="339" y="595"/>
                  </a:cubicBezTo>
                  <a:lnTo>
                    <a:pt x="2522" y="595"/>
                  </a:lnTo>
                  <a:cubicBezTo>
                    <a:pt x="2697" y="595"/>
                    <a:pt x="2820" y="420"/>
                    <a:pt x="2820" y="205"/>
                  </a:cubicBezTo>
                  <a:cubicBezTo>
                    <a:pt x="2779" y="82"/>
                    <a:pt x="2645" y="0"/>
                    <a:pt x="2481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8" name="Google Shape;548;p42"/>
          <p:cNvGrpSpPr/>
          <p:nvPr/>
        </p:nvGrpSpPr>
        <p:grpSpPr>
          <a:xfrm>
            <a:off x="1323946" y="2978275"/>
            <a:ext cx="343950" cy="343725"/>
            <a:chOff x="3287238" y="1976825"/>
            <a:chExt cx="343950" cy="343725"/>
          </a:xfrm>
        </p:grpSpPr>
        <p:sp>
          <p:nvSpPr>
            <p:cNvPr id="549" name="Google Shape;549;p42"/>
            <p:cNvSpPr/>
            <p:nvPr/>
          </p:nvSpPr>
          <p:spPr>
            <a:xfrm>
              <a:off x="3339763" y="2075000"/>
              <a:ext cx="43600" cy="14875"/>
            </a:xfrm>
            <a:custGeom>
              <a:rect b="b" l="l" r="r" t="t"/>
              <a:pathLst>
                <a:path extrusionOk="0" h="595" w="1744">
                  <a:moveTo>
                    <a:pt x="1" y="0"/>
                  </a:moveTo>
                  <a:lnTo>
                    <a:pt x="1" y="595"/>
                  </a:lnTo>
                  <a:lnTo>
                    <a:pt x="1744" y="595"/>
                  </a:lnTo>
                  <a:lnTo>
                    <a:pt x="1744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2"/>
            <p:cNvSpPr/>
            <p:nvPr/>
          </p:nvSpPr>
          <p:spPr>
            <a:xfrm>
              <a:off x="3339763" y="2115475"/>
              <a:ext cx="43600" cy="15150"/>
            </a:xfrm>
            <a:custGeom>
              <a:rect b="b" l="l" r="r" t="t"/>
              <a:pathLst>
                <a:path extrusionOk="0" h="606" w="1744">
                  <a:moveTo>
                    <a:pt x="1" y="1"/>
                  </a:moveTo>
                  <a:lnTo>
                    <a:pt x="1" y="606"/>
                  </a:lnTo>
                  <a:lnTo>
                    <a:pt x="1744" y="606"/>
                  </a:lnTo>
                  <a:lnTo>
                    <a:pt x="1744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2"/>
            <p:cNvSpPr/>
            <p:nvPr/>
          </p:nvSpPr>
          <p:spPr>
            <a:xfrm>
              <a:off x="3427163" y="2051425"/>
              <a:ext cx="43850" cy="13850"/>
            </a:xfrm>
            <a:custGeom>
              <a:rect b="b" l="l" r="r" t="t"/>
              <a:pathLst>
                <a:path extrusionOk="0" h="554" w="1754">
                  <a:moveTo>
                    <a:pt x="1" y="0"/>
                  </a:moveTo>
                  <a:lnTo>
                    <a:pt x="1" y="554"/>
                  </a:lnTo>
                  <a:lnTo>
                    <a:pt x="1754" y="554"/>
                  </a:lnTo>
                  <a:lnTo>
                    <a:pt x="1754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42"/>
            <p:cNvSpPr/>
            <p:nvPr/>
          </p:nvSpPr>
          <p:spPr>
            <a:xfrm>
              <a:off x="3427163" y="2090875"/>
              <a:ext cx="43850" cy="15150"/>
            </a:xfrm>
            <a:custGeom>
              <a:rect b="b" l="l" r="r" t="t"/>
              <a:pathLst>
                <a:path extrusionOk="0" h="606" w="1754">
                  <a:moveTo>
                    <a:pt x="1" y="1"/>
                  </a:moveTo>
                  <a:lnTo>
                    <a:pt x="1" y="606"/>
                  </a:lnTo>
                  <a:lnTo>
                    <a:pt x="1754" y="606"/>
                  </a:lnTo>
                  <a:lnTo>
                    <a:pt x="1754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42"/>
            <p:cNvSpPr/>
            <p:nvPr/>
          </p:nvSpPr>
          <p:spPr>
            <a:xfrm>
              <a:off x="3287238" y="1976825"/>
              <a:ext cx="343950" cy="343725"/>
            </a:xfrm>
            <a:custGeom>
              <a:rect b="b" l="l" r="r" t="t"/>
              <a:pathLst>
                <a:path extrusionOk="0" h="13749" w="13758">
                  <a:moveTo>
                    <a:pt x="8806" y="2984"/>
                  </a:moveTo>
                  <a:lnTo>
                    <a:pt x="11328" y="10888"/>
                  </a:lnTo>
                  <a:lnTo>
                    <a:pt x="10211" y="11318"/>
                  </a:lnTo>
                  <a:lnTo>
                    <a:pt x="7740" y="3415"/>
                  </a:lnTo>
                  <a:lnTo>
                    <a:pt x="8806" y="2984"/>
                  </a:lnTo>
                  <a:close/>
                  <a:moveTo>
                    <a:pt x="3547" y="1744"/>
                  </a:moveTo>
                  <a:lnTo>
                    <a:pt x="3547" y="2471"/>
                  </a:lnTo>
                  <a:lnTo>
                    <a:pt x="3547" y="2769"/>
                  </a:lnTo>
                  <a:lnTo>
                    <a:pt x="3547" y="11400"/>
                  </a:lnTo>
                  <a:lnTo>
                    <a:pt x="2399" y="11400"/>
                  </a:lnTo>
                  <a:lnTo>
                    <a:pt x="2399" y="1744"/>
                  </a:lnTo>
                  <a:close/>
                  <a:moveTo>
                    <a:pt x="5300" y="3076"/>
                  </a:moveTo>
                  <a:lnTo>
                    <a:pt x="5300" y="11400"/>
                  </a:lnTo>
                  <a:lnTo>
                    <a:pt x="4152" y="11400"/>
                  </a:lnTo>
                  <a:lnTo>
                    <a:pt x="4152" y="3076"/>
                  </a:lnTo>
                  <a:close/>
                  <a:moveTo>
                    <a:pt x="7053" y="595"/>
                  </a:moveTo>
                  <a:lnTo>
                    <a:pt x="7053" y="11400"/>
                  </a:lnTo>
                  <a:lnTo>
                    <a:pt x="5895" y="11400"/>
                  </a:lnTo>
                  <a:lnTo>
                    <a:pt x="5895" y="2471"/>
                  </a:lnTo>
                  <a:lnTo>
                    <a:pt x="5895" y="595"/>
                  </a:lnTo>
                  <a:close/>
                  <a:moveTo>
                    <a:pt x="7648" y="5127"/>
                  </a:moveTo>
                  <a:lnTo>
                    <a:pt x="9657" y="11400"/>
                  </a:lnTo>
                  <a:lnTo>
                    <a:pt x="7648" y="11400"/>
                  </a:lnTo>
                  <a:lnTo>
                    <a:pt x="7648" y="5127"/>
                  </a:lnTo>
                  <a:close/>
                  <a:moveTo>
                    <a:pt x="13163" y="8499"/>
                  </a:moveTo>
                  <a:lnTo>
                    <a:pt x="13163" y="13153"/>
                  </a:lnTo>
                  <a:lnTo>
                    <a:pt x="605" y="13153"/>
                  </a:lnTo>
                  <a:lnTo>
                    <a:pt x="605" y="8499"/>
                  </a:lnTo>
                  <a:lnTo>
                    <a:pt x="1753" y="8499"/>
                  </a:lnTo>
                  <a:lnTo>
                    <a:pt x="1753" y="11698"/>
                  </a:lnTo>
                  <a:cubicBezTo>
                    <a:pt x="1753" y="11831"/>
                    <a:pt x="1887" y="11995"/>
                    <a:pt x="2051" y="11995"/>
                  </a:cubicBezTo>
                  <a:lnTo>
                    <a:pt x="11666" y="11995"/>
                  </a:lnTo>
                  <a:cubicBezTo>
                    <a:pt x="11841" y="11995"/>
                    <a:pt x="11964" y="11831"/>
                    <a:pt x="11964" y="11698"/>
                  </a:cubicBezTo>
                  <a:lnTo>
                    <a:pt x="11964" y="8499"/>
                  </a:lnTo>
                  <a:close/>
                  <a:moveTo>
                    <a:pt x="5598" y="1"/>
                  </a:moveTo>
                  <a:cubicBezTo>
                    <a:pt x="5434" y="1"/>
                    <a:pt x="5300" y="124"/>
                    <a:pt x="5300" y="298"/>
                  </a:cubicBezTo>
                  <a:lnTo>
                    <a:pt x="5300" y="2471"/>
                  </a:lnTo>
                  <a:lnTo>
                    <a:pt x="4152" y="2471"/>
                  </a:lnTo>
                  <a:lnTo>
                    <a:pt x="4152" y="1446"/>
                  </a:lnTo>
                  <a:cubicBezTo>
                    <a:pt x="4152" y="1323"/>
                    <a:pt x="4019" y="1149"/>
                    <a:pt x="3845" y="1149"/>
                  </a:cubicBezTo>
                  <a:lnTo>
                    <a:pt x="2102" y="1149"/>
                  </a:lnTo>
                  <a:cubicBezTo>
                    <a:pt x="1928" y="1149"/>
                    <a:pt x="1794" y="1323"/>
                    <a:pt x="1794" y="1446"/>
                  </a:cubicBezTo>
                  <a:lnTo>
                    <a:pt x="1794" y="7894"/>
                  </a:lnTo>
                  <a:lnTo>
                    <a:pt x="308" y="7894"/>
                  </a:lnTo>
                  <a:cubicBezTo>
                    <a:pt x="134" y="7894"/>
                    <a:pt x="0" y="8028"/>
                    <a:pt x="0" y="8202"/>
                  </a:cubicBezTo>
                  <a:lnTo>
                    <a:pt x="0" y="13451"/>
                  </a:lnTo>
                  <a:cubicBezTo>
                    <a:pt x="0" y="13625"/>
                    <a:pt x="134" y="13748"/>
                    <a:pt x="308" y="13748"/>
                  </a:cubicBezTo>
                  <a:lnTo>
                    <a:pt x="13460" y="13748"/>
                  </a:lnTo>
                  <a:cubicBezTo>
                    <a:pt x="13635" y="13748"/>
                    <a:pt x="13758" y="13625"/>
                    <a:pt x="13758" y="13451"/>
                  </a:cubicBezTo>
                  <a:lnTo>
                    <a:pt x="13758" y="8202"/>
                  </a:lnTo>
                  <a:cubicBezTo>
                    <a:pt x="13758" y="8028"/>
                    <a:pt x="13635" y="7894"/>
                    <a:pt x="13460" y="7894"/>
                  </a:cubicBezTo>
                  <a:lnTo>
                    <a:pt x="11666" y="7894"/>
                  </a:lnTo>
                  <a:cubicBezTo>
                    <a:pt x="11492" y="7894"/>
                    <a:pt x="11369" y="8028"/>
                    <a:pt x="11369" y="8202"/>
                  </a:cubicBezTo>
                  <a:lnTo>
                    <a:pt x="11369" y="9135"/>
                  </a:lnTo>
                  <a:lnTo>
                    <a:pt x="9278" y="2512"/>
                  </a:lnTo>
                  <a:cubicBezTo>
                    <a:pt x="9227" y="2430"/>
                    <a:pt x="9186" y="2389"/>
                    <a:pt x="9104" y="2348"/>
                  </a:cubicBezTo>
                  <a:cubicBezTo>
                    <a:pt x="9022" y="2307"/>
                    <a:pt x="8929" y="2307"/>
                    <a:pt x="8888" y="2307"/>
                  </a:cubicBezTo>
                  <a:lnTo>
                    <a:pt x="7648" y="2820"/>
                  </a:lnTo>
                  <a:lnTo>
                    <a:pt x="7648" y="298"/>
                  </a:lnTo>
                  <a:cubicBezTo>
                    <a:pt x="7648" y="124"/>
                    <a:pt x="7484" y="1"/>
                    <a:pt x="735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54" name="Google Shape;554;p42"/>
          <p:cNvCxnSpPr>
            <a:stCxn id="522" idx="2"/>
            <a:endCxn id="521" idx="0"/>
          </p:cNvCxnSpPr>
          <p:nvPr/>
        </p:nvCxnSpPr>
        <p:spPr>
          <a:xfrm>
            <a:off x="1495925" y="1840663"/>
            <a:ext cx="0" cy="105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42"/>
          <p:cNvCxnSpPr>
            <a:stCxn id="521" idx="2"/>
          </p:cNvCxnSpPr>
          <p:nvPr/>
        </p:nvCxnSpPr>
        <p:spPr>
          <a:xfrm>
            <a:off x="1495925" y="3408275"/>
            <a:ext cx="0" cy="177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42"/>
          <p:cNvCxnSpPr>
            <a:stCxn id="520" idx="2"/>
            <a:endCxn id="519" idx="0"/>
          </p:cNvCxnSpPr>
          <p:nvPr/>
        </p:nvCxnSpPr>
        <p:spPr>
          <a:xfrm>
            <a:off x="4871975" y="1840663"/>
            <a:ext cx="0" cy="105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42"/>
          <p:cNvCxnSpPr>
            <a:stCxn id="519" idx="2"/>
          </p:cNvCxnSpPr>
          <p:nvPr/>
        </p:nvCxnSpPr>
        <p:spPr>
          <a:xfrm>
            <a:off x="4871975" y="3408275"/>
            <a:ext cx="0" cy="17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3"/>
          <p:cNvSpPr txBox="1"/>
          <p:nvPr>
            <p:ph type="title"/>
          </p:nvPr>
        </p:nvSpPr>
        <p:spPr>
          <a:xfrm>
            <a:off x="1216475" y="1977150"/>
            <a:ext cx="5901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 e Conclusão</a:t>
            </a:r>
            <a:endParaRPr/>
          </a:p>
        </p:txBody>
      </p:sp>
      <p:sp>
        <p:nvSpPr>
          <p:cNvPr id="563" name="Google Shape;563;p43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Validação cruzada, convergência de verificadores e impacto final.</a:t>
            </a:r>
            <a:endParaRPr/>
          </a:p>
        </p:txBody>
      </p:sp>
      <p:sp>
        <p:nvSpPr>
          <p:cNvPr id="564" name="Google Shape;564;p43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4"/>
          <p:cNvSpPr txBox="1"/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 e Conclusão</a:t>
            </a:r>
            <a:endParaRPr/>
          </a:p>
        </p:txBody>
      </p:sp>
      <p:sp>
        <p:nvSpPr>
          <p:cNvPr id="570" name="Google Shape;570;p44"/>
          <p:cNvSpPr txBox="1"/>
          <p:nvPr>
            <p:ph idx="1" type="subTitle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Convergência total entre Hardware (SBY) e Software (ESBMC).</a:t>
            </a:r>
            <a:endParaRPr/>
          </a:p>
        </p:txBody>
      </p:sp>
      <p:sp>
        <p:nvSpPr>
          <p:cNvPr id="571" name="Google Shape;571;p44"/>
          <p:cNvSpPr txBox="1"/>
          <p:nvPr>
            <p:ph idx="2" type="subTitle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sistema validou </a:t>
            </a:r>
            <a:r>
              <a:rPr i="1" lang="en"/>
              <a:t>constructs</a:t>
            </a:r>
            <a:r>
              <a:rPr lang="en"/>
              <a:t> complexos (acumuladores) sem erros falsos.</a:t>
            </a:r>
            <a:endParaRPr/>
          </a:p>
        </p:txBody>
      </p:sp>
      <p:sp>
        <p:nvSpPr>
          <p:cNvPr id="572" name="Google Shape;572;p44"/>
          <p:cNvSpPr txBox="1"/>
          <p:nvPr>
            <p:ph idx="3" type="subTitle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Criação de um fluxo de verificação robusto, gratuito e matematicamente confiável.</a:t>
            </a:r>
            <a:endParaRPr/>
          </a:p>
        </p:txBody>
      </p:sp>
      <p:sp>
        <p:nvSpPr>
          <p:cNvPr id="573" name="Google Shape;573;p44"/>
          <p:cNvSpPr txBox="1"/>
          <p:nvPr>
            <p:ph idx="4" type="subTitle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Validação Cruzada</a:t>
            </a:r>
            <a:endParaRPr/>
          </a:p>
        </p:txBody>
      </p:sp>
      <p:sp>
        <p:nvSpPr>
          <p:cNvPr id="574" name="Google Shape;574;p44"/>
          <p:cNvSpPr txBox="1"/>
          <p:nvPr>
            <p:ph idx="5" type="subTitle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Robustez</a:t>
            </a:r>
            <a:endParaRPr/>
          </a:p>
        </p:txBody>
      </p:sp>
      <p:sp>
        <p:nvSpPr>
          <p:cNvPr id="575" name="Google Shape;575;p44"/>
          <p:cNvSpPr txBox="1"/>
          <p:nvPr>
            <p:ph idx="6" type="subTitle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Impacto</a:t>
            </a:r>
            <a:endParaRPr/>
          </a:p>
        </p:txBody>
      </p:sp>
      <p:grpSp>
        <p:nvGrpSpPr>
          <p:cNvPr id="576" name="Google Shape;576;p44"/>
          <p:cNvGrpSpPr/>
          <p:nvPr/>
        </p:nvGrpSpPr>
        <p:grpSpPr>
          <a:xfrm>
            <a:off x="1103963" y="3625800"/>
            <a:ext cx="345000" cy="343975"/>
            <a:chOff x="1799738" y="3074500"/>
            <a:chExt cx="345000" cy="343975"/>
          </a:xfrm>
        </p:grpSpPr>
        <p:sp>
          <p:nvSpPr>
            <p:cNvPr id="577" name="Google Shape;577;p44"/>
            <p:cNvSpPr/>
            <p:nvPr/>
          </p:nvSpPr>
          <p:spPr>
            <a:xfrm>
              <a:off x="1799738" y="3272100"/>
              <a:ext cx="345000" cy="146375"/>
            </a:xfrm>
            <a:custGeom>
              <a:rect b="b" l="l" r="r" t="t"/>
              <a:pathLst>
                <a:path extrusionOk="0" h="5855" w="13800">
                  <a:moveTo>
                    <a:pt x="5424" y="595"/>
                  </a:moveTo>
                  <a:cubicBezTo>
                    <a:pt x="6070" y="595"/>
                    <a:pt x="6582" y="1149"/>
                    <a:pt x="6582" y="1795"/>
                  </a:cubicBezTo>
                  <a:lnTo>
                    <a:pt x="6582" y="2779"/>
                  </a:lnTo>
                  <a:cubicBezTo>
                    <a:pt x="6193" y="2523"/>
                    <a:pt x="5772" y="2389"/>
                    <a:pt x="5301" y="2389"/>
                  </a:cubicBezTo>
                  <a:lnTo>
                    <a:pt x="1067" y="2389"/>
                  </a:lnTo>
                  <a:lnTo>
                    <a:pt x="1067" y="1795"/>
                  </a:lnTo>
                  <a:cubicBezTo>
                    <a:pt x="1067" y="1497"/>
                    <a:pt x="1282" y="1241"/>
                    <a:pt x="1579" y="1241"/>
                  </a:cubicBezTo>
                  <a:cubicBezTo>
                    <a:pt x="2656" y="1241"/>
                    <a:pt x="3763" y="1067"/>
                    <a:pt x="4788" y="729"/>
                  </a:cubicBezTo>
                  <a:lnTo>
                    <a:pt x="4870" y="729"/>
                  </a:lnTo>
                  <a:cubicBezTo>
                    <a:pt x="5085" y="636"/>
                    <a:pt x="5219" y="595"/>
                    <a:pt x="5424" y="595"/>
                  </a:cubicBezTo>
                  <a:close/>
                  <a:moveTo>
                    <a:pt x="8417" y="595"/>
                  </a:moveTo>
                  <a:cubicBezTo>
                    <a:pt x="8591" y="595"/>
                    <a:pt x="8714" y="636"/>
                    <a:pt x="8930" y="729"/>
                  </a:cubicBezTo>
                  <a:lnTo>
                    <a:pt x="9012" y="729"/>
                  </a:lnTo>
                  <a:cubicBezTo>
                    <a:pt x="10037" y="1067"/>
                    <a:pt x="11113" y="1241"/>
                    <a:pt x="12220" y="1241"/>
                  </a:cubicBezTo>
                  <a:cubicBezTo>
                    <a:pt x="12518" y="1241"/>
                    <a:pt x="12733" y="1497"/>
                    <a:pt x="12733" y="1579"/>
                  </a:cubicBezTo>
                  <a:lnTo>
                    <a:pt x="12733" y="2389"/>
                  </a:lnTo>
                  <a:lnTo>
                    <a:pt x="8458" y="2389"/>
                  </a:lnTo>
                  <a:cubicBezTo>
                    <a:pt x="8038" y="2389"/>
                    <a:pt x="7566" y="2523"/>
                    <a:pt x="7177" y="2779"/>
                  </a:cubicBezTo>
                  <a:lnTo>
                    <a:pt x="7177" y="1795"/>
                  </a:lnTo>
                  <a:cubicBezTo>
                    <a:pt x="7177" y="1149"/>
                    <a:pt x="7730" y="595"/>
                    <a:pt x="8417" y="595"/>
                  </a:cubicBezTo>
                  <a:close/>
                  <a:moveTo>
                    <a:pt x="13205" y="2984"/>
                  </a:moveTo>
                  <a:lnTo>
                    <a:pt x="13205" y="4142"/>
                  </a:lnTo>
                  <a:lnTo>
                    <a:pt x="8243" y="4142"/>
                  </a:lnTo>
                  <a:cubicBezTo>
                    <a:pt x="7946" y="4142"/>
                    <a:pt x="7689" y="4358"/>
                    <a:pt x="7648" y="4655"/>
                  </a:cubicBezTo>
                  <a:cubicBezTo>
                    <a:pt x="7566" y="4993"/>
                    <a:pt x="7269" y="5290"/>
                    <a:pt x="6879" y="5290"/>
                  </a:cubicBezTo>
                  <a:cubicBezTo>
                    <a:pt x="6541" y="5290"/>
                    <a:pt x="6193" y="4993"/>
                    <a:pt x="6152" y="4655"/>
                  </a:cubicBezTo>
                  <a:cubicBezTo>
                    <a:pt x="6070" y="4358"/>
                    <a:pt x="5813" y="4142"/>
                    <a:pt x="5516" y="4142"/>
                  </a:cubicBezTo>
                  <a:lnTo>
                    <a:pt x="605" y="4142"/>
                  </a:lnTo>
                  <a:lnTo>
                    <a:pt x="605" y="2984"/>
                  </a:lnTo>
                  <a:lnTo>
                    <a:pt x="5301" y="2984"/>
                  </a:lnTo>
                  <a:cubicBezTo>
                    <a:pt x="5813" y="2984"/>
                    <a:pt x="6326" y="3199"/>
                    <a:pt x="6664" y="3548"/>
                  </a:cubicBezTo>
                  <a:cubicBezTo>
                    <a:pt x="6731" y="3609"/>
                    <a:pt x="6818" y="3640"/>
                    <a:pt x="6899" y="3640"/>
                  </a:cubicBezTo>
                  <a:cubicBezTo>
                    <a:pt x="6979" y="3640"/>
                    <a:pt x="7054" y="3609"/>
                    <a:pt x="7095" y="3548"/>
                  </a:cubicBezTo>
                  <a:cubicBezTo>
                    <a:pt x="7474" y="3199"/>
                    <a:pt x="7987" y="2984"/>
                    <a:pt x="8499" y="2984"/>
                  </a:cubicBezTo>
                  <a:close/>
                  <a:moveTo>
                    <a:pt x="5383" y="1"/>
                  </a:moveTo>
                  <a:cubicBezTo>
                    <a:pt x="5085" y="1"/>
                    <a:pt x="4870" y="83"/>
                    <a:pt x="4655" y="124"/>
                  </a:cubicBezTo>
                  <a:cubicBezTo>
                    <a:pt x="4614" y="165"/>
                    <a:pt x="4614" y="165"/>
                    <a:pt x="4573" y="165"/>
                  </a:cubicBezTo>
                  <a:cubicBezTo>
                    <a:pt x="3589" y="513"/>
                    <a:pt x="2605" y="636"/>
                    <a:pt x="1579" y="636"/>
                  </a:cubicBezTo>
                  <a:cubicBezTo>
                    <a:pt x="985" y="636"/>
                    <a:pt x="472" y="1149"/>
                    <a:pt x="472" y="1795"/>
                  </a:cubicBezTo>
                  <a:lnTo>
                    <a:pt x="472" y="2389"/>
                  </a:lnTo>
                  <a:lnTo>
                    <a:pt x="298" y="2389"/>
                  </a:lnTo>
                  <a:cubicBezTo>
                    <a:pt x="134" y="2389"/>
                    <a:pt x="1" y="2564"/>
                    <a:pt x="1" y="2687"/>
                  </a:cubicBezTo>
                  <a:lnTo>
                    <a:pt x="1" y="4440"/>
                  </a:lnTo>
                  <a:cubicBezTo>
                    <a:pt x="1" y="4614"/>
                    <a:pt x="134" y="4737"/>
                    <a:pt x="298" y="4737"/>
                  </a:cubicBezTo>
                  <a:lnTo>
                    <a:pt x="5516" y="4737"/>
                  </a:lnTo>
                  <a:cubicBezTo>
                    <a:pt x="5557" y="4737"/>
                    <a:pt x="5557" y="4737"/>
                    <a:pt x="5557" y="4778"/>
                  </a:cubicBezTo>
                  <a:cubicBezTo>
                    <a:pt x="5680" y="5424"/>
                    <a:pt x="6244" y="5854"/>
                    <a:pt x="6879" y="5854"/>
                  </a:cubicBezTo>
                  <a:cubicBezTo>
                    <a:pt x="7566" y="5854"/>
                    <a:pt x="8120" y="5424"/>
                    <a:pt x="8243" y="4778"/>
                  </a:cubicBezTo>
                  <a:lnTo>
                    <a:pt x="8243" y="4737"/>
                  </a:lnTo>
                  <a:lnTo>
                    <a:pt x="13502" y="4737"/>
                  </a:lnTo>
                  <a:cubicBezTo>
                    <a:pt x="13625" y="4737"/>
                    <a:pt x="13799" y="4614"/>
                    <a:pt x="13799" y="4440"/>
                  </a:cubicBezTo>
                  <a:lnTo>
                    <a:pt x="13799" y="2687"/>
                  </a:lnTo>
                  <a:cubicBezTo>
                    <a:pt x="13799" y="2564"/>
                    <a:pt x="13625" y="2389"/>
                    <a:pt x="13502" y="2389"/>
                  </a:cubicBezTo>
                  <a:lnTo>
                    <a:pt x="13287" y="2389"/>
                  </a:lnTo>
                  <a:lnTo>
                    <a:pt x="13287" y="1579"/>
                  </a:lnTo>
                  <a:cubicBezTo>
                    <a:pt x="13287" y="1364"/>
                    <a:pt x="13205" y="1190"/>
                    <a:pt x="13030" y="1026"/>
                  </a:cubicBezTo>
                  <a:cubicBezTo>
                    <a:pt x="12815" y="811"/>
                    <a:pt x="12477" y="636"/>
                    <a:pt x="12179" y="636"/>
                  </a:cubicBezTo>
                  <a:cubicBezTo>
                    <a:pt x="11154" y="636"/>
                    <a:pt x="10170" y="513"/>
                    <a:pt x="9186" y="165"/>
                  </a:cubicBezTo>
                  <a:cubicBezTo>
                    <a:pt x="9145" y="165"/>
                    <a:pt x="9145" y="165"/>
                    <a:pt x="9104" y="124"/>
                  </a:cubicBezTo>
                  <a:cubicBezTo>
                    <a:pt x="8889" y="83"/>
                    <a:pt x="8673" y="1"/>
                    <a:pt x="8376" y="1"/>
                  </a:cubicBezTo>
                  <a:cubicBezTo>
                    <a:pt x="7782" y="1"/>
                    <a:pt x="7218" y="339"/>
                    <a:pt x="6879" y="811"/>
                  </a:cubicBezTo>
                  <a:cubicBezTo>
                    <a:pt x="6582" y="339"/>
                    <a:pt x="6028" y="1"/>
                    <a:pt x="538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4"/>
            <p:cNvSpPr/>
            <p:nvPr/>
          </p:nvSpPr>
          <p:spPr>
            <a:xfrm>
              <a:off x="2062438" y="3124750"/>
              <a:ext cx="37450" cy="14875"/>
            </a:xfrm>
            <a:custGeom>
              <a:rect b="b" l="l" r="r" t="t"/>
              <a:pathLst>
                <a:path extrusionOk="0" h="595" w="1498">
                  <a:moveTo>
                    <a:pt x="349" y="0"/>
                  </a:moveTo>
                  <a:cubicBezTo>
                    <a:pt x="134" y="0"/>
                    <a:pt x="0" y="164"/>
                    <a:pt x="41" y="338"/>
                  </a:cubicBezTo>
                  <a:cubicBezTo>
                    <a:pt x="41" y="472"/>
                    <a:pt x="175" y="595"/>
                    <a:pt x="349" y="595"/>
                  </a:cubicBezTo>
                  <a:lnTo>
                    <a:pt x="1200" y="595"/>
                  </a:lnTo>
                  <a:cubicBezTo>
                    <a:pt x="1374" y="595"/>
                    <a:pt x="1497" y="420"/>
                    <a:pt x="1497" y="256"/>
                  </a:cubicBezTo>
                  <a:cubicBezTo>
                    <a:pt x="1497" y="123"/>
                    <a:pt x="1323" y="0"/>
                    <a:pt x="12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4"/>
            <p:cNvSpPr/>
            <p:nvPr/>
          </p:nvSpPr>
          <p:spPr>
            <a:xfrm>
              <a:off x="2050638" y="3074725"/>
              <a:ext cx="39750" cy="26450"/>
            </a:xfrm>
            <a:custGeom>
              <a:rect b="b" l="l" r="r" t="t"/>
              <a:pathLst>
                <a:path extrusionOk="0" h="1058" w="1590">
                  <a:moveTo>
                    <a:pt x="1229" y="0"/>
                  </a:moveTo>
                  <a:cubicBezTo>
                    <a:pt x="1190" y="0"/>
                    <a:pt x="1152" y="10"/>
                    <a:pt x="1118" y="33"/>
                  </a:cubicBezTo>
                  <a:lnTo>
                    <a:pt x="216" y="504"/>
                  </a:lnTo>
                  <a:cubicBezTo>
                    <a:pt x="93" y="586"/>
                    <a:pt x="1" y="761"/>
                    <a:pt x="93" y="884"/>
                  </a:cubicBezTo>
                  <a:cubicBezTo>
                    <a:pt x="134" y="1017"/>
                    <a:pt x="257" y="1058"/>
                    <a:pt x="349" y="1058"/>
                  </a:cubicBezTo>
                  <a:cubicBezTo>
                    <a:pt x="390" y="1058"/>
                    <a:pt x="431" y="1058"/>
                    <a:pt x="513" y="1017"/>
                  </a:cubicBezTo>
                  <a:lnTo>
                    <a:pt x="1375" y="545"/>
                  </a:lnTo>
                  <a:cubicBezTo>
                    <a:pt x="1498" y="504"/>
                    <a:pt x="1590" y="289"/>
                    <a:pt x="1498" y="166"/>
                  </a:cubicBezTo>
                  <a:cubicBezTo>
                    <a:pt x="1438" y="70"/>
                    <a:pt x="1331" y="0"/>
                    <a:pt x="1229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4"/>
            <p:cNvSpPr/>
            <p:nvPr/>
          </p:nvSpPr>
          <p:spPr>
            <a:xfrm>
              <a:off x="2050638" y="3163175"/>
              <a:ext cx="39750" cy="25650"/>
            </a:xfrm>
            <a:custGeom>
              <a:rect b="b" l="l" r="r" t="t"/>
              <a:pathLst>
                <a:path extrusionOk="0" h="1026" w="1590">
                  <a:moveTo>
                    <a:pt x="338" y="1"/>
                  </a:moveTo>
                  <a:cubicBezTo>
                    <a:pt x="243" y="1"/>
                    <a:pt x="148" y="55"/>
                    <a:pt x="93" y="165"/>
                  </a:cubicBezTo>
                  <a:cubicBezTo>
                    <a:pt x="1" y="298"/>
                    <a:pt x="93" y="472"/>
                    <a:pt x="216" y="554"/>
                  </a:cubicBezTo>
                  <a:lnTo>
                    <a:pt x="1118" y="985"/>
                  </a:lnTo>
                  <a:cubicBezTo>
                    <a:pt x="1159" y="1026"/>
                    <a:pt x="1200" y="1026"/>
                    <a:pt x="1241" y="1026"/>
                  </a:cubicBezTo>
                  <a:cubicBezTo>
                    <a:pt x="1334" y="1026"/>
                    <a:pt x="1457" y="985"/>
                    <a:pt x="1498" y="852"/>
                  </a:cubicBezTo>
                  <a:cubicBezTo>
                    <a:pt x="1590" y="729"/>
                    <a:pt x="1498" y="554"/>
                    <a:pt x="1375" y="472"/>
                  </a:cubicBezTo>
                  <a:lnTo>
                    <a:pt x="472" y="42"/>
                  </a:lnTo>
                  <a:cubicBezTo>
                    <a:pt x="431" y="14"/>
                    <a:pt x="385" y="1"/>
                    <a:pt x="338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44"/>
            <p:cNvSpPr/>
            <p:nvPr/>
          </p:nvSpPr>
          <p:spPr>
            <a:xfrm>
              <a:off x="1843563" y="3124750"/>
              <a:ext cx="37450" cy="14875"/>
            </a:xfrm>
            <a:custGeom>
              <a:rect b="b" l="l" r="r" t="t"/>
              <a:pathLst>
                <a:path extrusionOk="0" h="595" w="1498">
                  <a:moveTo>
                    <a:pt x="339" y="0"/>
                  </a:moveTo>
                  <a:cubicBezTo>
                    <a:pt x="134" y="0"/>
                    <a:pt x="1" y="164"/>
                    <a:pt x="42" y="338"/>
                  </a:cubicBezTo>
                  <a:cubicBezTo>
                    <a:pt x="42" y="472"/>
                    <a:pt x="175" y="595"/>
                    <a:pt x="339" y="595"/>
                  </a:cubicBezTo>
                  <a:lnTo>
                    <a:pt x="1200" y="595"/>
                  </a:lnTo>
                  <a:cubicBezTo>
                    <a:pt x="1364" y="595"/>
                    <a:pt x="1497" y="420"/>
                    <a:pt x="1497" y="256"/>
                  </a:cubicBezTo>
                  <a:cubicBezTo>
                    <a:pt x="1497" y="123"/>
                    <a:pt x="1364" y="0"/>
                    <a:pt x="12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44"/>
            <p:cNvSpPr/>
            <p:nvPr/>
          </p:nvSpPr>
          <p:spPr>
            <a:xfrm>
              <a:off x="1854338" y="3074725"/>
              <a:ext cx="38450" cy="26450"/>
            </a:xfrm>
            <a:custGeom>
              <a:rect b="b" l="l" r="r" t="t"/>
              <a:pathLst>
                <a:path extrusionOk="0" h="1058" w="1538">
                  <a:moveTo>
                    <a:pt x="355" y="0"/>
                  </a:moveTo>
                  <a:cubicBezTo>
                    <a:pt x="249" y="0"/>
                    <a:pt x="142" y="70"/>
                    <a:pt x="82" y="166"/>
                  </a:cubicBezTo>
                  <a:cubicBezTo>
                    <a:pt x="0" y="289"/>
                    <a:pt x="41" y="504"/>
                    <a:pt x="215" y="545"/>
                  </a:cubicBezTo>
                  <a:lnTo>
                    <a:pt x="1066" y="1017"/>
                  </a:lnTo>
                  <a:cubicBezTo>
                    <a:pt x="1107" y="1058"/>
                    <a:pt x="1148" y="1058"/>
                    <a:pt x="1189" y="1058"/>
                  </a:cubicBezTo>
                  <a:cubicBezTo>
                    <a:pt x="1323" y="1058"/>
                    <a:pt x="1405" y="1017"/>
                    <a:pt x="1497" y="884"/>
                  </a:cubicBezTo>
                  <a:cubicBezTo>
                    <a:pt x="1538" y="761"/>
                    <a:pt x="1497" y="586"/>
                    <a:pt x="1364" y="504"/>
                  </a:cubicBezTo>
                  <a:lnTo>
                    <a:pt x="472" y="33"/>
                  </a:lnTo>
                  <a:cubicBezTo>
                    <a:pt x="435" y="10"/>
                    <a:pt x="395" y="0"/>
                    <a:pt x="355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4"/>
            <p:cNvSpPr/>
            <p:nvPr/>
          </p:nvSpPr>
          <p:spPr>
            <a:xfrm>
              <a:off x="1854338" y="3163175"/>
              <a:ext cx="38450" cy="25650"/>
            </a:xfrm>
            <a:custGeom>
              <a:rect b="b" l="l" r="r" t="t"/>
              <a:pathLst>
                <a:path extrusionOk="0" h="1026" w="1538">
                  <a:moveTo>
                    <a:pt x="1235" y="1"/>
                  </a:moveTo>
                  <a:cubicBezTo>
                    <a:pt x="1181" y="1"/>
                    <a:pt x="1124" y="14"/>
                    <a:pt x="1066" y="42"/>
                  </a:cubicBezTo>
                  <a:lnTo>
                    <a:pt x="215" y="472"/>
                  </a:lnTo>
                  <a:cubicBezTo>
                    <a:pt x="41" y="554"/>
                    <a:pt x="0" y="729"/>
                    <a:pt x="82" y="852"/>
                  </a:cubicBezTo>
                  <a:cubicBezTo>
                    <a:pt x="123" y="985"/>
                    <a:pt x="215" y="1026"/>
                    <a:pt x="338" y="1026"/>
                  </a:cubicBezTo>
                  <a:cubicBezTo>
                    <a:pt x="379" y="1026"/>
                    <a:pt x="421" y="1026"/>
                    <a:pt x="472" y="985"/>
                  </a:cubicBezTo>
                  <a:lnTo>
                    <a:pt x="1364" y="554"/>
                  </a:lnTo>
                  <a:cubicBezTo>
                    <a:pt x="1497" y="472"/>
                    <a:pt x="1538" y="298"/>
                    <a:pt x="1497" y="165"/>
                  </a:cubicBezTo>
                  <a:cubicBezTo>
                    <a:pt x="1435" y="55"/>
                    <a:pt x="1342" y="1"/>
                    <a:pt x="1235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4"/>
            <p:cNvSpPr/>
            <p:nvPr/>
          </p:nvSpPr>
          <p:spPr>
            <a:xfrm>
              <a:off x="1916088" y="3074500"/>
              <a:ext cx="113300" cy="174100"/>
            </a:xfrm>
            <a:custGeom>
              <a:rect b="b" l="l" r="r" t="t"/>
              <a:pathLst>
                <a:path extrusionOk="0" h="6964" w="4532">
                  <a:moveTo>
                    <a:pt x="2225" y="595"/>
                  </a:moveTo>
                  <a:cubicBezTo>
                    <a:pt x="3169" y="595"/>
                    <a:pt x="3937" y="1364"/>
                    <a:pt x="3937" y="2307"/>
                  </a:cubicBezTo>
                  <a:cubicBezTo>
                    <a:pt x="3937" y="2687"/>
                    <a:pt x="3804" y="3035"/>
                    <a:pt x="3548" y="3333"/>
                  </a:cubicBezTo>
                  <a:cubicBezTo>
                    <a:pt x="3210" y="3763"/>
                    <a:pt x="2994" y="4276"/>
                    <a:pt x="2871" y="4870"/>
                  </a:cubicBezTo>
                  <a:lnTo>
                    <a:pt x="1631" y="4870"/>
                  </a:lnTo>
                  <a:cubicBezTo>
                    <a:pt x="1498" y="4317"/>
                    <a:pt x="1282" y="3804"/>
                    <a:pt x="903" y="3333"/>
                  </a:cubicBezTo>
                  <a:cubicBezTo>
                    <a:pt x="688" y="3035"/>
                    <a:pt x="565" y="2687"/>
                    <a:pt x="565" y="2307"/>
                  </a:cubicBezTo>
                  <a:cubicBezTo>
                    <a:pt x="565" y="1364"/>
                    <a:pt x="1333" y="595"/>
                    <a:pt x="2225" y="595"/>
                  </a:cubicBezTo>
                  <a:close/>
                  <a:moveTo>
                    <a:pt x="2820" y="5424"/>
                  </a:moveTo>
                  <a:lnTo>
                    <a:pt x="2820" y="5813"/>
                  </a:lnTo>
                  <a:cubicBezTo>
                    <a:pt x="2820" y="6111"/>
                    <a:pt x="2564" y="6367"/>
                    <a:pt x="2266" y="6367"/>
                  </a:cubicBezTo>
                  <a:cubicBezTo>
                    <a:pt x="1928" y="6367"/>
                    <a:pt x="1672" y="6111"/>
                    <a:pt x="1672" y="5813"/>
                  </a:cubicBezTo>
                  <a:lnTo>
                    <a:pt x="1672" y="5424"/>
                  </a:lnTo>
                  <a:close/>
                  <a:moveTo>
                    <a:pt x="2225" y="1"/>
                  </a:moveTo>
                  <a:cubicBezTo>
                    <a:pt x="1631" y="1"/>
                    <a:pt x="1077" y="257"/>
                    <a:pt x="647" y="688"/>
                  </a:cubicBezTo>
                  <a:cubicBezTo>
                    <a:pt x="216" y="1108"/>
                    <a:pt x="1" y="1713"/>
                    <a:pt x="1" y="2307"/>
                  </a:cubicBezTo>
                  <a:cubicBezTo>
                    <a:pt x="1" y="2820"/>
                    <a:pt x="134" y="3292"/>
                    <a:pt x="472" y="3671"/>
                  </a:cubicBezTo>
                  <a:cubicBezTo>
                    <a:pt x="770" y="4101"/>
                    <a:pt x="985" y="4614"/>
                    <a:pt x="1077" y="5086"/>
                  </a:cubicBezTo>
                  <a:lnTo>
                    <a:pt x="1077" y="5168"/>
                  </a:lnTo>
                  <a:lnTo>
                    <a:pt x="1077" y="5762"/>
                  </a:lnTo>
                  <a:cubicBezTo>
                    <a:pt x="1077" y="6425"/>
                    <a:pt x="1593" y="6964"/>
                    <a:pt x="2237" y="6964"/>
                  </a:cubicBezTo>
                  <a:cubicBezTo>
                    <a:pt x="2260" y="6964"/>
                    <a:pt x="2284" y="6963"/>
                    <a:pt x="2307" y="6962"/>
                  </a:cubicBezTo>
                  <a:cubicBezTo>
                    <a:pt x="2953" y="6921"/>
                    <a:pt x="3425" y="6408"/>
                    <a:pt x="3425" y="5813"/>
                  </a:cubicBezTo>
                  <a:lnTo>
                    <a:pt x="3425" y="5168"/>
                  </a:lnTo>
                  <a:lnTo>
                    <a:pt x="3425" y="5127"/>
                  </a:lnTo>
                  <a:cubicBezTo>
                    <a:pt x="3507" y="4614"/>
                    <a:pt x="3722" y="4101"/>
                    <a:pt x="4019" y="3712"/>
                  </a:cubicBezTo>
                  <a:cubicBezTo>
                    <a:pt x="4358" y="3292"/>
                    <a:pt x="4532" y="2820"/>
                    <a:pt x="4532" y="2307"/>
                  </a:cubicBezTo>
                  <a:cubicBezTo>
                    <a:pt x="4532" y="1713"/>
                    <a:pt x="4276" y="1108"/>
                    <a:pt x="3845" y="688"/>
                  </a:cubicBezTo>
                  <a:cubicBezTo>
                    <a:pt x="3425" y="257"/>
                    <a:pt x="2871" y="1"/>
                    <a:pt x="2266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5" name="Google Shape;585;p44"/>
          <p:cNvGrpSpPr/>
          <p:nvPr/>
        </p:nvGrpSpPr>
        <p:grpSpPr>
          <a:xfrm>
            <a:off x="1129588" y="2479569"/>
            <a:ext cx="293750" cy="345000"/>
            <a:chOff x="5596113" y="2520150"/>
            <a:chExt cx="293750" cy="345000"/>
          </a:xfrm>
        </p:grpSpPr>
        <p:sp>
          <p:nvSpPr>
            <p:cNvPr id="586" name="Google Shape;586;p44"/>
            <p:cNvSpPr/>
            <p:nvPr/>
          </p:nvSpPr>
          <p:spPr>
            <a:xfrm>
              <a:off x="5768088" y="2747750"/>
              <a:ext cx="70500" cy="70500"/>
            </a:xfrm>
            <a:custGeom>
              <a:rect b="b" l="l" r="r" t="t"/>
              <a:pathLst>
                <a:path extrusionOk="0" h="2820" w="2820">
                  <a:moveTo>
                    <a:pt x="2389" y="0"/>
                  </a:moveTo>
                  <a:lnTo>
                    <a:pt x="1" y="2389"/>
                  </a:lnTo>
                  <a:lnTo>
                    <a:pt x="421" y="2819"/>
                  </a:lnTo>
                  <a:lnTo>
                    <a:pt x="2820" y="431"/>
                  </a:lnTo>
                  <a:lnTo>
                    <a:pt x="2389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44"/>
            <p:cNvSpPr/>
            <p:nvPr/>
          </p:nvSpPr>
          <p:spPr>
            <a:xfrm>
              <a:off x="5596113" y="2565000"/>
              <a:ext cx="244525" cy="300150"/>
            </a:xfrm>
            <a:custGeom>
              <a:rect b="b" l="l" r="r" t="t"/>
              <a:pathLst>
                <a:path extrusionOk="0" h="12006" w="9781">
                  <a:moveTo>
                    <a:pt x="9186" y="10211"/>
                  </a:moveTo>
                  <a:lnTo>
                    <a:pt x="9186" y="10816"/>
                  </a:lnTo>
                  <a:lnTo>
                    <a:pt x="9186" y="11411"/>
                  </a:lnTo>
                  <a:lnTo>
                    <a:pt x="1241" y="11411"/>
                  </a:lnTo>
                  <a:cubicBezTo>
                    <a:pt x="893" y="11411"/>
                    <a:pt x="637" y="11154"/>
                    <a:pt x="637" y="10857"/>
                  </a:cubicBezTo>
                  <a:cubicBezTo>
                    <a:pt x="596" y="10509"/>
                    <a:pt x="893" y="10211"/>
                    <a:pt x="1190" y="10211"/>
                  </a:cubicBezTo>
                  <a:close/>
                  <a:moveTo>
                    <a:pt x="1149" y="1"/>
                  </a:moveTo>
                  <a:cubicBezTo>
                    <a:pt x="514" y="1"/>
                    <a:pt x="1" y="514"/>
                    <a:pt x="1" y="1200"/>
                  </a:cubicBezTo>
                  <a:lnTo>
                    <a:pt x="1" y="10816"/>
                  </a:lnTo>
                  <a:cubicBezTo>
                    <a:pt x="1" y="11452"/>
                    <a:pt x="555" y="12005"/>
                    <a:pt x="1190" y="12005"/>
                  </a:cubicBezTo>
                  <a:lnTo>
                    <a:pt x="9484" y="12005"/>
                  </a:lnTo>
                  <a:cubicBezTo>
                    <a:pt x="9648" y="12005"/>
                    <a:pt x="9781" y="11882"/>
                    <a:pt x="9781" y="11708"/>
                  </a:cubicBezTo>
                  <a:lnTo>
                    <a:pt x="9781" y="10816"/>
                  </a:lnTo>
                  <a:lnTo>
                    <a:pt x="9781" y="9914"/>
                  </a:lnTo>
                  <a:lnTo>
                    <a:pt x="9781" y="3804"/>
                  </a:lnTo>
                  <a:lnTo>
                    <a:pt x="9186" y="3804"/>
                  </a:lnTo>
                  <a:lnTo>
                    <a:pt x="9186" y="9658"/>
                  </a:lnTo>
                  <a:lnTo>
                    <a:pt x="1190" y="9658"/>
                  </a:lnTo>
                  <a:cubicBezTo>
                    <a:pt x="985" y="9658"/>
                    <a:pt x="770" y="9699"/>
                    <a:pt x="596" y="9791"/>
                  </a:cubicBezTo>
                  <a:lnTo>
                    <a:pt x="596" y="1200"/>
                  </a:lnTo>
                  <a:cubicBezTo>
                    <a:pt x="596" y="862"/>
                    <a:pt x="852" y="606"/>
                    <a:pt x="1149" y="606"/>
                  </a:cubicBezTo>
                  <a:lnTo>
                    <a:pt x="6275" y="606"/>
                  </a:lnTo>
                  <a:lnTo>
                    <a:pt x="6275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4"/>
            <p:cNvSpPr/>
            <p:nvPr/>
          </p:nvSpPr>
          <p:spPr>
            <a:xfrm>
              <a:off x="5661213" y="2619600"/>
              <a:ext cx="100500" cy="14900"/>
            </a:xfrm>
            <a:custGeom>
              <a:rect b="b" l="l" r="r" t="t"/>
              <a:pathLst>
                <a:path extrusionOk="0" h="596" w="4020">
                  <a:moveTo>
                    <a:pt x="339" y="0"/>
                  </a:moveTo>
                  <a:cubicBezTo>
                    <a:pt x="175" y="0"/>
                    <a:pt x="1" y="175"/>
                    <a:pt x="42" y="339"/>
                  </a:cubicBezTo>
                  <a:cubicBezTo>
                    <a:pt x="42" y="513"/>
                    <a:pt x="216" y="595"/>
                    <a:pt x="339" y="595"/>
                  </a:cubicBezTo>
                  <a:lnTo>
                    <a:pt x="3712" y="595"/>
                  </a:lnTo>
                  <a:cubicBezTo>
                    <a:pt x="3886" y="595"/>
                    <a:pt x="4019" y="431"/>
                    <a:pt x="3968" y="257"/>
                  </a:cubicBezTo>
                  <a:cubicBezTo>
                    <a:pt x="3968" y="124"/>
                    <a:pt x="3845" y="0"/>
                    <a:pt x="3671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4"/>
            <p:cNvSpPr/>
            <p:nvPr/>
          </p:nvSpPr>
          <p:spPr>
            <a:xfrm>
              <a:off x="5688888" y="2663425"/>
              <a:ext cx="60000" cy="14900"/>
            </a:xfrm>
            <a:custGeom>
              <a:rect b="b" l="l" r="r" t="t"/>
              <a:pathLst>
                <a:path extrusionOk="0" h="596" w="2400">
                  <a:moveTo>
                    <a:pt x="298" y="0"/>
                  </a:moveTo>
                  <a:cubicBezTo>
                    <a:pt x="134" y="0"/>
                    <a:pt x="1" y="165"/>
                    <a:pt x="42" y="339"/>
                  </a:cubicBezTo>
                  <a:cubicBezTo>
                    <a:pt x="42" y="472"/>
                    <a:pt x="175" y="595"/>
                    <a:pt x="350" y="595"/>
                  </a:cubicBezTo>
                  <a:lnTo>
                    <a:pt x="2051" y="595"/>
                  </a:lnTo>
                  <a:cubicBezTo>
                    <a:pt x="2267" y="595"/>
                    <a:pt x="2400" y="421"/>
                    <a:pt x="2349" y="257"/>
                  </a:cubicBezTo>
                  <a:cubicBezTo>
                    <a:pt x="2349" y="82"/>
                    <a:pt x="2226" y="0"/>
                    <a:pt x="2051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4"/>
            <p:cNvSpPr/>
            <p:nvPr/>
          </p:nvSpPr>
          <p:spPr>
            <a:xfrm>
              <a:off x="5732713" y="2520150"/>
              <a:ext cx="157150" cy="158175"/>
            </a:xfrm>
            <a:custGeom>
              <a:rect b="b" l="l" r="r" t="t"/>
              <a:pathLst>
                <a:path extrusionOk="0" h="6327" w="6286">
                  <a:moveTo>
                    <a:pt x="3158" y="606"/>
                  </a:moveTo>
                  <a:cubicBezTo>
                    <a:pt x="3507" y="606"/>
                    <a:pt x="3722" y="821"/>
                    <a:pt x="3845" y="1026"/>
                  </a:cubicBezTo>
                  <a:cubicBezTo>
                    <a:pt x="3907" y="1127"/>
                    <a:pt x="3998" y="1175"/>
                    <a:pt x="4092" y="1175"/>
                  </a:cubicBezTo>
                  <a:cubicBezTo>
                    <a:pt x="4122" y="1175"/>
                    <a:pt x="4153" y="1169"/>
                    <a:pt x="4184" y="1159"/>
                  </a:cubicBezTo>
                  <a:cubicBezTo>
                    <a:pt x="4252" y="1150"/>
                    <a:pt x="4318" y="1145"/>
                    <a:pt x="4381" y="1145"/>
                  </a:cubicBezTo>
                  <a:cubicBezTo>
                    <a:pt x="4603" y="1145"/>
                    <a:pt x="4793" y="1207"/>
                    <a:pt x="4952" y="1375"/>
                  </a:cubicBezTo>
                  <a:cubicBezTo>
                    <a:pt x="5168" y="1590"/>
                    <a:pt x="5260" y="1887"/>
                    <a:pt x="5168" y="2143"/>
                  </a:cubicBezTo>
                  <a:cubicBezTo>
                    <a:pt x="5127" y="2266"/>
                    <a:pt x="5168" y="2441"/>
                    <a:pt x="5301" y="2482"/>
                  </a:cubicBezTo>
                  <a:cubicBezTo>
                    <a:pt x="5557" y="2656"/>
                    <a:pt x="5721" y="2912"/>
                    <a:pt x="5721" y="3169"/>
                  </a:cubicBezTo>
                  <a:cubicBezTo>
                    <a:pt x="5721" y="3466"/>
                    <a:pt x="5557" y="3722"/>
                    <a:pt x="5301" y="3896"/>
                  </a:cubicBezTo>
                  <a:cubicBezTo>
                    <a:pt x="5168" y="3937"/>
                    <a:pt x="5127" y="4060"/>
                    <a:pt x="5168" y="4194"/>
                  </a:cubicBezTo>
                  <a:cubicBezTo>
                    <a:pt x="5260" y="4491"/>
                    <a:pt x="5168" y="4788"/>
                    <a:pt x="4952" y="5004"/>
                  </a:cubicBezTo>
                  <a:cubicBezTo>
                    <a:pt x="4802" y="5132"/>
                    <a:pt x="4596" y="5210"/>
                    <a:pt x="4396" y="5210"/>
                  </a:cubicBezTo>
                  <a:cubicBezTo>
                    <a:pt x="4323" y="5210"/>
                    <a:pt x="4252" y="5200"/>
                    <a:pt x="4184" y="5178"/>
                  </a:cubicBezTo>
                  <a:cubicBezTo>
                    <a:pt x="4061" y="5178"/>
                    <a:pt x="3927" y="5219"/>
                    <a:pt x="3845" y="5342"/>
                  </a:cubicBezTo>
                  <a:cubicBezTo>
                    <a:pt x="3722" y="5598"/>
                    <a:pt x="3466" y="5731"/>
                    <a:pt x="3158" y="5731"/>
                  </a:cubicBezTo>
                  <a:cubicBezTo>
                    <a:pt x="2861" y="5731"/>
                    <a:pt x="2605" y="5598"/>
                    <a:pt x="2482" y="5342"/>
                  </a:cubicBezTo>
                  <a:cubicBezTo>
                    <a:pt x="2390" y="5219"/>
                    <a:pt x="2308" y="5178"/>
                    <a:pt x="2226" y="5178"/>
                  </a:cubicBezTo>
                  <a:lnTo>
                    <a:pt x="2133" y="5178"/>
                  </a:lnTo>
                  <a:cubicBezTo>
                    <a:pt x="2054" y="5200"/>
                    <a:pt x="1978" y="5210"/>
                    <a:pt x="1905" y="5210"/>
                  </a:cubicBezTo>
                  <a:cubicBezTo>
                    <a:pt x="1703" y="5210"/>
                    <a:pt x="1523" y="5132"/>
                    <a:pt x="1364" y="5004"/>
                  </a:cubicBezTo>
                  <a:cubicBezTo>
                    <a:pt x="1159" y="4788"/>
                    <a:pt x="1067" y="4491"/>
                    <a:pt x="1159" y="4194"/>
                  </a:cubicBezTo>
                  <a:cubicBezTo>
                    <a:pt x="1200" y="4060"/>
                    <a:pt x="1108" y="3937"/>
                    <a:pt x="1026" y="3896"/>
                  </a:cubicBezTo>
                  <a:cubicBezTo>
                    <a:pt x="770" y="3722"/>
                    <a:pt x="596" y="3466"/>
                    <a:pt x="596" y="3169"/>
                  </a:cubicBezTo>
                  <a:cubicBezTo>
                    <a:pt x="596" y="2912"/>
                    <a:pt x="770" y="2656"/>
                    <a:pt x="1026" y="2482"/>
                  </a:cubicBezTo>
                  <a:cubicBezTo>
                    <a:pt x="1108" y="2441"/>
                    <a:pt x="1200" y="2266"/>
                    <a:pt x="1159" y="2143"/>
                  </a:cubicBezTo>
                  <a:cubicBezTo>
                    <a:pt x="1067" y="1887"/>
                    <a:pt x="1159" y="1590"/>
                    <a:pt x="1364" y="1375"/>
                  </a:cubicBezTo>
                  <a:cubicBezTo>
                    <a:pt x="1532" y="1207"/>
                    <a:pt x="1724" y="1145"/>
                    <a:pt x="1941" y="1145"/>
                  </a:cubicBezTo>
                  <a:cubicBezTo>
                    <a:pt x="2003" y="1145"/>
                    <a:pt x="2067" y="1150"/>
                    <a:pt x="2133" y="1159"/>
                  </a:cubicBezTo>
                  <a:cubicBezTo>
                    <a:pt x="2166" y="1169"/>
                    <a:pt x="2198" y="1175"/>
                    <a:pt x="2230" y="1175"/>
                  </a:cubicBezTo>
                  <a:cubicBezTo>
                    <a:pt x="2325" y="1175"/>
                    <a:pt x="2412" y="1127"/>
                    <a:pt x="2482" y="1026"/>
                  </a:cubicBezTo>
                  <a:cubicBezTo>
                    <a:pt x="2605" y="770"/>
                    <a:pt x="2902" y="606"/>
                    <a:pt x="3158" y="606"/>
                  </a:cubicBezTo>
                  <a:close/>
                  <a:moveTo>
                    <a:pt x="3210" y="1"/>
                  </a:moveTo>
                  <a:cubicBezTo>
                    <a:pt x="2779" y="1"/>
                    <a:pt x="2349" y="216"/>
                    <a:pt x="2051" y="565"/>
                  </a:cubicBezTo>
                  <a:cubicBezTo>
                    <a:pt x="1998" y="558"/>
                    <a:pt x="1944" y="554"/>
                    <a:pt x="1889" y="554"/>
                  </a:cubicBezTo>
                  <a:cubicBezTo>
                    <a:pt x="1554" y="554"/>
                    <a:pt x="1200" y="688"/>
                    <a:pt x="944" y="944"/>
                  </a:cubicBezTo>
                  <a:cubicBezTo>
                    <a:pt x="647" y="1282"/>
                    <a:pt x="473" y="1672"/>
                    <a:pt x="555" y="2102"/>
                  </a:cubicBezTo>
                  <a:cubicBezTo>
                    <a:pt x="216" y="2359"/>
                    <a:pt x="1" y="2738"/>
                    <a:pt x="1" y="3169"/>
                  </a:cubicBezTo>
                  <a:cubicBezTo>
                    <a:pt x="1" y="3589"/>
                    <a:pt x="216" y="4019"/>
                    <a:pt x="555" y="4276"/>
                  </a:cubicBezTo>
                  <a:cubicBezTo>
                    <a:pt x="473" y="4706"/>
                    <a:pt x="647" y="5086"/>
                    <a:pt x="944" y="5383"/>
                  </a:cubicBezTo>
                  <a:cubicBezTo>
                    <a:pt x="1211" y="5659"/>
                    <a:pt x="1586" y="5820"/>
                    <a:pt x="1964" y="5820"/>
                  </a:cubicBezTo>
                  <a:cubicBezTo>
                    <a:pt x="2007" y="5820"/>
                    <a:pt x="2050" y="5818"/>
                    <a:pt x="2092" y="5813"/>
                  </a:cubicBezTo>
                  <a:cubicBezTo>
                    <a:pt x="2349" y="6111"/>
                    <a:pt x="2738" y="6326"/>
                    <a:pt x="3158" y="6326"/>
                  </a:cubicBezTo>
                  <a:cubicBezTo>
                    <a:pt x="3589" y="6326"/>
                    <a:pt x="3979" y="6111"/>
                    <a:pt x="4235" y="5813"/>
                  </a:cubicBezTo>
                  <a:cubicBezTo>
                    <a:pt x="4278" y="5818"/>
                    <a:pt x="4320" y="5820"/>
                    <a:pt x="4363" y="5820"/>
                  </a:cubicBezTo>
                  <a:cubicBezTo>
                    <a:pt x="4741" y="5820"/>
                    <a:pt x="5116" y="5659"/>
                    <a:pt x="5383" y="5383"/>
                  </a:cubicBezTo>
                  <a:cubicBezTo>
                    <a:pt x="5680" y="5086"/>
                    <a:pt x="5814" y="4706"/>
                    <a:pt x="5773" y="4276"/>
                  </a:cubicBezTo>
                  <a:cubicBezTo>
                    <a:pt x="6111" y="4019"/>
                    <a:pt x="6285" y="3589"/>
                    <a:pt x="6285" y="3169"/>
                  </a:cubicBezTo>
                  <a:cubicBezTo>
                    <a:pt x="6285" y="2738"/>
                    <a:pt x="6111" y="2359"/>
                    <a:pt x="5773" y="2102"/>
                  </a:cubicBezTo>
                  <a:cubicBezTo>
                    <a:pt x="5814" y="1672"/>
                    <a:pt x="5680" y="1282"/>
                    <a:pt x="5383" y="944"/>
                  </a:cubicBezTo>
                  <a:cubicBezTo>
                    <a:pt x="5127" y="688"/>
                    <a:pt x="4773" y="554"/>
                    <a:pt x="4412" y="554"/>
                  </a:cubicBezTo>
                  <a:cubicBezTo>
                    <a:pt x="4353" y="554"/>
                    <a:pt x="4294" y="558"/>
                    <a:pt x="4235" y="565"/>
                  </a:cubicBezTo>
                  <a:cubicBezTo>
                    <a:pt x="3979" y="216"/>
                    <a:pt x="3589" y="1"/>
                    <a:pt x="321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4"/>
            <p:cNvSpPr/>
            <p:nvPr/>
          </p:nvSpPr>
          <p:spPr>
            <a:xfrm>
              <a:off x="5787313" y="2575525"/>
              <a:ext cx="48975" cy="48450"/>
            </a:xfrm>
            <a:custGeom>
              <a:rect b="b" l="l" r="r" t="t"/>
              <a:pathLst>
                <a:path extrusionOk="0" h="1938" w="1959">
                  <a:moveTo>
                    <a:pt x="1620" y="0"/>
                  </a:moveTo>
                  <a:cubicBezTo>
                    <a:pt x="1546" y="0"/>
                    <a:pt x="1472" y="31"/>
                    <a:pt x="1405" y="93"/>
                  </a:cubicBezTo>
                  <a:lnTo>
                    <a:pt x="124" y="1425"/>
                  </a:lnTo>
                  <a:cubicBezTo>
                    <a:pt x="1" y="1548"/>
                    <a:pt x="1" y="1722"/>
                    <a:pt x="124" y="1845"/>
                  </a:cubicBezTo>
                  <a:cubicBezTo>
                    <a:pt x="165" y="1887"/>
                    <a:pt x="257" y="1938"/>
                    <a:pt x="339" y="1938"/>
                  </a:cubicBezTo>
                  <a:cubicBezTo>
                    <a:pt x="380" y="1938"/>
                    <a:pt x="462" y="1887"/>
                    <a:pt x="513" y="1845"/>
                  </a:cubicBezTo>
                  <a:lnTo>
                    <a:pt x="1836" y="523"/>
                  </a:lnTo>
                  <a:cubicBezTo>
                    <a:pt x="1959" y="400"/>
                    <a:pt x="1959" y="226"/>
                    <a:pt x="1836" y="93"/>
                  </a:cubicBezTo>
                  <a:cubicBezTo>
                    <a:pt x="1769" y="31"/>
                    <a:pt x="1695" y="0"/>
                    <a:pt x="162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44"/>
            <p:cNvSpPr/>
            <p:nvPr/>
          </p:nvSpPr>
          <p:spPr>
            <a:xfrm>
              <a:off x="5780913" y="2570400"/>
              <a:ext cx="17950" cy="15150"/>
            </a:xfrm>
            <a:custGeom>
              <a:rect b="b" l="l" r="r" t="t"/>
              <a:pathLst>
                <a:path extrusionOk="0" h="606" w="718">
                  <a:moveTo>
                    <a:pt x="339" y="0"/>
                  </a:moveTo>
                  <a:cubicBezTo>
                    <a:pt x="257" y="0"/>
                    <a:pt x="164" y="41"/>
                    <a:pt x="123" y="133"/>
                  </a:cubicBezTo>
                  <a:cubicBezTo>
                    <a:pt x="0" y="390"/>
                    <a:pt x="123" y="605"/>
                    <a:pt x="339" y="605"/>
                  </a:cubicBezTo>
                  <a:cubicBezTo>
                    <a:pt x="554" y="605"/>
                    <a:pt x="718" y="390"/>
                    <a:pt x="636" y="174"/>
                  </a:cubicBezTo>
                  <a:cubicBezTo>
                    <a:pt x="595" y="92"/>
                    <a:pt x="462" y="0"/>
                    <a:pt x="38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44"/>
            <p:cNvSpPr/>
            <p:nvPr/>
          </p:nvSpPr>
          <p:spPr>
            <a:xfrm>
              <a:off x="5824488" y="2614225"/>
              <a:ext cx="18200" cy="14875"/>
            </a:xfrm>
            <a:custGeom>
              <a:rect b="b" l="l" r="r" t="t"/>
              <a:pathLst>
                <a:path extrusionOk="0" h="595" w="728">
                  <a:moveTo>
                    <a:pt x="349" y="0"/>
                  </a:moveTo>
                  <a:cubicBezTo>
                    <a:pt x="256" y="0"/>
                    <a:pt x="174" y="41"/>
                    <a:pt x="92" y="133"/>
                  </a:cubicBezTo>
                  <a:cubicBezTo>
                    <a:pt x="0" y="390"/>
                    <a:pt x="133" y="595"/>
                    <a:pt x="349" y="595"/>
                  </a:cubicBezTo>
                  <a:cubicBezTo>
                    <a:pt x="564" y="595"/>
                    <a:pt x="728" y="390"/>
                    <a:pt x="646" y="174"/>
                  </a:cubicBezTo>
                  <a:cubicBezTo>
                    <a:pt x="605" y="41"/>
                    <a:pt x="472" y="0"/>
                    <a:pt x="39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4" name="Google Shape;594;p44"/>
          <p:cNvGrpSpPr/>
          <p:nvPr/>
        </p:nvGrpSpPr>
        <p:grpSpPr>
          <a:xfrm>
            <a:off x="1104613" y="1334613"/>
            <a:ext cx="343700" cy="343725"/>
            <a:chOff x="5493613" y="1976825"/>
            <a:chExt cx="343700" cy="343725"/>
          </a:xfrm>
        </p:grpSpPr>
        <p:sp>
          <p:nvSpPr>
            <p:cNvPr id="595" name="Google Shape;595;p44"/>
            <p:cNvSpPr/>
            <p:nvPr/>
          </p:nvSpPr>
          <p:spPr>
            <a:xfrm>
              <a:off x="5493613" y="1976825"/>
              <a:ext cx="343700" cy="255050"/>
            </a:xfrm>
            <a:custGeom>
              <a:rect b="b" l="l" r="r" t="t"/>
              <a:pathLst>
                <a:path extrusionOk="0" h="10202" w="13748">
                  <a:moveTo>
                    <a:pt x="298" y="1"/>
                  </a:moveTo>
                  <a:cubicBezTo>
                    <a:pt x="123" y="1"/>
                    <a:pt x="0" y="124"/>
                    <a:pt x="0" y="257"/>
                  </a:cubicBezTo>
                  <a:lnTo>
                    <a:pt x="0" y="8202"/>
                  </a:lnTo>
                  <a:lnTo>
                    <a:pt x="0" y="9945"/>
                  </a:lnTo>
                  <a:cubicBezTo>
                    <a:pt x="0" y="10078"/>
                    <a:pt x="123" y="10201"/>
                    <a:pt x="298" y="10201"/>
                  </a:cubicBezTo>
                  <a:lnTo>
                    <a:pt x="4265" y="10201"/>
                  </a:lnTo>
                  <a:lnTo>
                    <a:pt x="4265" y="9647"/>
                  </a:lnTo>
                  <a:lnTo>
                    <a:pt x="595" y="9647"/>
                  </a:lnTo>
                  <a:lnTo>
                    <a:pt x="595" y="8499"/>
                  </a:lnTo>
                  <a:lnTo>
                    <a:pt x="4614" y="8499"/>
                  </a:lnTo>
                  <a:lnTo>
                    <a:pt x="4614" y="7894"/>
                  </a:lnTo>
                  <a:lnTo>
                    <a:pt x="595" y="7894"/>
                  </a:lnTo>
                  <a:lnTo>
                    <a:pt x="595" y="554"/>
                  </a:lnTo>
                  <a:lnTo>
                    <a:pt x="5126" y="554"/>
                  </a:lnTo>
                  <a:cubicBezTo>
                    <a:pt x="5680" y="554"/>
                    <a:pt x="6233" y="811"/>
                    <a:pt x="6572" y="1231"/>
                  </a:cubicBezTo>
                  <a:lnTo>
                    <a:pt x="6572" y="6869"/>
                  </a:lnTo>
                  <a:lnTo>
                    <a:pt x="7176" y="6869"/>
                  </a:lnTo>
                  <a:lnTo>
                    <a:pt x="7176" y="1231"/>
                  </a:lnTo>
                  <a:cubicBezTo>
                    <a:pt x="7515" y="811"/>
                    <a:pt x="8068" y="554"/>
                    <a:pt x="8622" y="554"/>
                  </a:cubicBezTo>
                  <a:lnTo>
                    <a:pt x="13153" y="554"/>
                  </a:lnTo>
                  <a:lnTo>
                    <a:pt x="13153" y="7894"/>
                  </a:lnTo>
                  <a:lnTo>
                    <a:pt x="9134" y="7894"/>
                  </a:lnTo>
                  <a:lnTo>
                    <a:pt x="9134" y="8499"/>
                  </a:lnTo>
                  <a:lnTo>
                    <a:pt x="13153" y="8499"/>
                  </a:lnTo>
                  <a:lnTo>
                    <a:pt x="13153" y="9647"/>
                  </a:lnTo>
                  <a:lnTo>
                    <a:pt x="9442" y="9647"/>
                  </a:lnTo>
                  <a:lnTo>
                    <a:pt x="9442" y="10201"/>
                  </a:lnTo>
                  <a:lnTo>
                    <a:pt x="13450" y="10201"/>
                  </a:lnTo>
                  <a:cubicBezTo>
                    <a:pt x="13625" y="10201"/>
                    <a:pt x="13748" y="10078"/>
                    <a:pt x="13748" y="9945"/>
                  </a:cubicBezTo>
                  <a:lnTo>
                    <a:pt x="13748" y="8202"/>
                  </a:lnTo>
                  <a:lnTo>
                    <a:pt x="13748" y="257"/>
                  </a:lnTo>
                  <a:cubicBezTo>
                    <a:pt x="13748" y="124"/>
                    <a:pt x="13625" y="1"/>
                    <a:pt x="13450" y="1"/>
                  </a:cubicBezTo>
                  <a:lnTo>
                    <a:pt x="8622" y="1"/>
                  </a:lnTo>
                  <a:cubicBezTo>
                    <a:pt x="7986" y="1"/>
                    <a:pt x="7340" y="257"/>
                    <a:pt x="6879" y="677"/>
                  </a:cubicBezTo>
                  <a:cubicBezTo>
                    <a:pt x="6408" y="257"/>
                    <a:pt x="5762" y="1"/>
                    <a:pt x="5126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4"/>
            <p:cNvSpPr/>
            <p:nvPr/>
          </p:nvSpPr>
          <p:spPr>
            <a:xfrm>
              <a:off x="5701713" y="2026800"/>
              <a:ext cx="92025" cy="15150"/>
            </a:xfrm>
            <a:custGeom>
              <a:rect b="b" l="l" r="r" t="t"/>
              <a:pathLst>
                <a:path extrusionOk="0" h="606" w="3681">
                  <a:moveTo>
                    <a:pt x="298" y="1"/>
                  </a:moveTo>
                  <a:cubicBezTo>
                    <a:pt x="134" y="1"/>
                    <a:pt x="1" y="175"/>
                    <a:pt x="1" y="349"/>
                  </a:cubicBezTo>
                  <a:cubicBezTo>
                    <a:pt x="42" y="513"/>
                    <a:pt x="175" y="606"/>
                    <a:pt x="298" y="606"/>
                  </a:cubicBezTo>
                  <a:lnTo>
                    <a:pt x="3373" y="606"/>
                  </a:lnTo>
                  <a:cubicBezTo>
                    <a:pt x="3548" y="606"/>
                    <a:pt x="3681" y="472"/>
                    <a:pt x="3681" y="257"/>
                  </a:cubicBezTo>
                  <a:cubicBezTo>
                    <a:pt x="3630" y="134"/>
                    <a:pt x="3507" y="1"/>
                    <a:pt x="3373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4"/>
            <p:cNvSpPr/>
            <p:nvPr/>
          </p:nvSpPr>
          <p:spPr>
            <a:xfrm>
              <a:off x="5537438" y="2026800"/>
              <a:ext cx="92800" cy="15150"/>
            </a:xfrm>
            <a:custGeom>
              <a:rect b="b" l="l" r="r" t="t"/>
              <a:pathLst>
                <a:path extrusionOk="0" h="606" w="3712">
                  <a:moveTo>
                    <a:pt x="298" y="1"/>
                  </a:moveTo>
                  <a:cubicBezTo>
                    <a:pt x="123" y="1"/>
                    <a:pt x="0" y="175"/>
                    <a:pt x="41" y="349"/>
                  </a:cubicBezTo>
                  <a:cubicBezTo>
                    <a:pt x="41" y="513"/>
                    <a:pt x="164" y="606"/>
                    <a:pt x="339" y="606"/>
                  </a:cubicBezTo>
                  <a:lnTo>
                    <a:pt x="3373" y="606"/>
                  </a:lnTo>
                  <a:cubicBezTo>
                    <a:pt x="3537" y="606"/>
                    <a:pt x="3711" y="472"/>
                    <a:pt x="3670" y="257"/>
                  </a:cubicBezTo>
                  <a:cubicBezTo>
                    <a:pt x="3629" y="134"/>
                    <a:pt x="3496" y="1"/>
                    <a:pt x="337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4"/>
            <p:cNvSpPr/>
            <p:nvPr/>
          </p:nvSpPr>
          <p:spPr>
            <a:xfrm>
              <a:off x="5537438" y="2076025"/>
              <a:ext cx="92800" cy="14875"/>
            </a:xfrm>
            <a:custGeom>
              <a:rect b="b" l="l" r="r" t="t"/>
              <a:pathLst>
                <a:path extrusionOk="0" h="595" w="3712">
                  <a:moveTo>
                    <a:pt x="298" y="0"/>
                  </a:moveTo>
                  <a:cubicBezTo>
                    <a:pt x="123" y="0"/>
                    <a:pt x="0" y="174"/>
                    <a:pt x="41" y="338"/>
                  </a:cubicBezTo>
                  <a:cubicBezTo>
                    <a:pt x="41" y="513"/>
                    <a:pt x="164" y="595"/>
                    <a:pt x="339" y="595"/>
                  </a:cubicBezTo>
                  <a:lnTo>
                    <a:pt x="3373" y="595"/>
                  </a:lnTo>
                  <a:cubicBezTo>
                    <a:pt x="3537" y="595"/>
                    <a:pt x="3711" y="431"/>
                    <a:pt x="3670" y="256"/>
                  </a:cubicBezTo>
                  <a:cubicBezTo>
                    <a:pt x="3629" y="133"/>
                    <a:pt x="3496" y="0"/>
                    <a:pt x="3373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4"/>
            <p:cNvSpPr/>
            <p:nvPr/>
          </p:nvSpPr>
          <p:spPr>
            <a:xfrm>
              <a:off x="5537438" y="2125225"/>
              <a:ext cx="48975" cy="14900"/>
            </a:xfrm>
            <a:custGeom>
              <a:rect b="b" l="l" r="r" t="t"/>
              <a:pathLst>
                <a:path extrusionOk="0" h="596" w="1959">
                  <a:moveTo>
                    <a:pt x="298" y="0"/>
                  </a:moveTo>
                  <a:cubicBezTo>
                    <a:pt x="123" y="0"/>
                    <a:pt x="0" y="123"/>
                    <a:pt x="41" y="339"/>
                  </a:cubicBezTo>
                  <a:cubicBezTo>
                    <a:pt x="41" y="472"/>
                    <a:pt x="164" y="595"/>
                    <a:pt x="339" y="595"/>
                  </a:cubicBezTo>
                  <a:lnTo>
                    <a:pt x="1620" y="595"/>
                  </a:lnTo>
                  <a:cubicBezTo>
                    <a:pt x="1794" y="595"/>
                    <a:pt x="1958" y="421"/>
                    <a:pt x="1917" y="216"/>
                  </a:cubicBezTo>
                  <a:cubicBezTo>
                    <a:pt x="1876" y="82"/>
                    <a:pt x="1743" y="0"/>
                    <a:pt x="162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4"/>
            <p:cNvSpPr/>
            <p:nvPr/>
          </p:nvSpPr>
          <p:spPr>
            <a:xfrm>
              <a:off x="5701713" y="2076025"/>
              <a:ext cx="92025" cy="14875"/>
            </a:xfrm>
            <a:custGeom>
              <a:rect b="b" l="l" r="r" t="t"/>
              <a:pathLst>
                <a:path extrusionOk="0" h="595" w="3681">
                  <a:moveTo>
                    <a:pt x="298" y="0"/>
                  </a:moveTo>
                  <a:cubicBezTo>
                    <a:pt x="134" y="0"/>
                    <a:pt x="1" y="174"/>
                    <a:pt x="1" y="338"/>
                  </a:cubicBezTo>
                  <a:cubicBezTo>
                    <a:pt x="42" y="513"/>
                    <a:pt x="175" y="595"/>
                    <a:pt x="298" y="595"/>
                  </a:cubicBezTo>
                  <a:lnTo>
                    <a:pt x="3373" y="595"/>
                  </a:lnTo>
                  <a:cubicBezTo>
                    <a:pt x="3548" y="595"/>
                    <a:pt x="3681" y="431"/>
                    <a:pt x="3681" y="256"/>
                  </a:cubicBezTo>
                  <a:cubicBezTo>
                    <a:pt x="3630" y="133"/>
                    <a:pt x="3507" y="0"/>
                    <a:pt x="3373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4"/>
            <p:cNvSpPr/>
            <p:nvPr/>
          </p:nvSpPr>
          <p:spPr>
            <a:xfrm>
              <a:off x="5745538" y="2125225"/>
              <a:ext cx="48200" cy="14900"/>
            </a:xfrm>
            <a:custGeom>
              <a:rect b="b" l="l" r="r" t="t"/>
              <a:pathLst>
                <a:path extrusionOk="0" h="596" w="1928">
                  <a:moveTo>
                    <a:pt x="298" y="0"/>
                  </a:moveTo>
                  <a:cubicBezTo>
                    <a:pt x="134" y="0"/>
                    <a:pt x="1" y="123"/>
                    <a:pt x="1" y="339"/>
                  </a:cubicBezTo>
                  <a:cubicBezTo>
                    <a:pt x="42" y="472"/>
                    <a:pt x="175" y="595"/>
                    <a:pt x="298" y="595"/>
                  </a:cubicBezTo>
                  <a:lnTo>
                    <a:pt x="1620" y="595"/>
                  </a:lnTo>
                  <a:cubicBezTo>
                    <a:pt x="1795" y="595"/>
                    <a:pt x="1928" y="421"/>
                    <a:pt x="1928" y="216"/>
                  </a:cubicBezTo>
                  <a:cubicBezTo>
                    <a:pt x="1877" y="82"/>
                    <a:pt x="1754" y="0"/>
                    <a:pt x="1620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4"/>
            <p:cNvSpPr/>
            <p:nvPr/>
          </p:nvSpPr>
          <p:spPr>
            <a:xfrm>
              <a:off x="5592788" y="2141125"/>
              <a:ext cx="180450" cy="179425"/>
            </a:xfrm>
            <a:custGeom>
              <a:rect b="b" l="l" r="r" t="t"/>
              <a:pathLst>
                <a:path extrusionOk="0" h="7177" w="7218">
                  <a:moveTo>
                    <a:pt x="2912" y="605"/>
                  </a:moveTo>
                  <a:cubicBezTo>
                    <a:pt x="4194" y="605"/>
                    <a:pt x="5260" y="1630"/>
                    <a:pt x="5260" y="2952"/>
                  </a:cubicBezTo>
                  <a:cubicBezTo>
                    <a:pt x="5260" y="4234"/>
                    <a:pt x="4194" y="5259"/>
                    <a:pt x="2912" y="5259"/>
                  </a:cubicBezTo>
                  <a:cubicBezTo>
                    <a:pt x="1631" y="5259"/>
                    <a:pt x="606" y="4234"/>
                    <a:pt x="606" y="2952"/>
                  </a:cubicBezTo>
                  <a:cubicBezTo>
                    <a:pt x="606" y="1630"/>
                    <a:pt x="1631" y="605"/>
                    <a:pt x="2912" y="605"/>
                  </a:cubicBezTo>
                  <a:close/>
                  <a:moveTo>
                    <a:pt x="2912" y="0"/>
                  </a:moveTo>
                  <a:cubicBezTo>
                    <a:pt x="1282" y="0"/>
                    <a:pt x="1" y="1322"/>
                    <a:pt x="1" y="2952"/>
                  </a:cubicBezTo>
                  <a:cubicBezTo>
                    <a:pt x="1" y="4531"/>
                    <a:pt x="1282" y="5854"/>
                    <a:pt x="2912" y="5854"/>
                  </a:cubicBezTo>
                  <a:cubicBezTo>
                    <a:pt x="3589" y="5854"/>
                    <a:pt x="4276" y="5597"/>
                    <a:pt x="4747" y="5167"/>
                  </a:cubicBezTo>
                  <a:lnTo>
                    <a:pt x="6664" y="7094"/>
                  </a:lnTo>
                  <a:cubicBezTo>
                    <a:pt x="6705" y="7176"/>
                    <a:pt x="6797" y="7176"/>
                    <a:pt x="6879" y="7176"/>
                  </a:cubicBezTo>
                  <a:cubicBezTo>
                    <a:pt x="6961" y="7176"/>
                    <a:pt x="7013" y="7176"/>
                    <a:pt x="7095" y="7094"/>
                  </a:cubicBezTo>
                  <a:cubicBezTo>
                    <a:pt x="7218" y="7012"/>
                    <a:pt x="7218" y="6797"/>
                    <a:pt x="7095" y="6663"/>
                  </a:cubicBezTo>
                  <a:lnTo>
                    <a:pt x="5167" y="4787"/>
                  </a:lnTo>
                  <a:cubicBezTo>
                    <a:pt x="5598" y="4275"/>
                    <a:pt x="5813" y="3629"/>
                    <a:pt x="5813" y="2952"/>
                  </a:cubicBezTo>
                  <a:cubicBezTo>
                    <a:pt x="5813" y="1322"/>
                    <a:pt x="4532" y="0"/>
                    <a:pt x="2912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